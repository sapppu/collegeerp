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14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  <p:sldMasterId id="2147483652" r:id="rId7"/>
    <p:sldMasterId id="2147483654" r:id="rId8"/>
    <p:sldMasterId id="2147483656" r:id="rId9"/>
    <p:sldMasterId id="2147483657" r:id="rId10"/>
    <p:sldMasterId id="2147483659" r:id="rId11"/>
    <p:sldMasterId id="2147483661" r:id="rId12"/>
    <p:sldMasterId id="2147483663" r:id="rId13"/>
    <p:sldMasterId id="2147483665" r:id="rId14"/>
    <p:sldMasterId id="2147483667" r:id="rId15"/>
    <p:sldMasterId id="2147483669" r:id="rId16"/>
    <p:sldMasterId id="2147483671" r:id="rId17"/>
    <p:sldMasterId id="2147483673" r:id="rId18"/>
  </p:sldMasterIdLst>
  <p:notesMasterIdLst>
    <p:notesMasterId r:id="rId19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</p:sldIdLst>
  <p:sldSz cy="6858000" cx="9144000"/>
  <p:notesSz cx="6858000" cy="9144000"/>
  <p:embeddedFontLst>
    <p:embeddedFont>
      <p:font typeface="Tahom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jQJW+0Jyzmj4HvRGKEDdL9O8I3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BC91F4-5F18-45BB-819F-5FCC665923D4}">
  <a:tblStyle styleId="{9FBC91F4-5F18-45BB-819F-5FCC665923D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.xml"/><Relationship Id="rId22" Type="http://schemas.openxmlformats.org/officeDocument/2006/relationships/slide" Target="slides/slide3.xml"/><Relationship Id="rId21" Type="http://schemas.openxmlformats.org/officeDocument/2006/relationships/slide" Target="slides/slide2.xml"/><Relationship Id="rId24" Type="http://schemas.openxmlformats.org/officeDocument/2006/relationships/slide" Target="slides/slide5.xml"/><Relationship Id="rId23" Type="http://schemas.openxmlformats.org/officeDocument/2006/relationships/slide" Target="slides/slide4.xml"/><Relationship Id="rId1" Type="http://schemas.openxmlformats.org/officeDocument/2006/relationships/theme" Target="theme/theme5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schemas.openxmlformats.org/officeDocument/2006/relationships/slide" Target="slides/slide7.xml"/><Relationship Id="rId25" Type="http://schemas.openxmlformats.org/officeDocument/2006/relationships/slide" Target="slides/slide6.xml"/><Relationship Id="rId28" Type="http://schemas.openxmlformats.org/officeDocument/2006/relationships/slide" Target="slides/slide9.xml"/><Relationship Id="rId27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10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12.xml"/><Relationship Id="rId30" Type="http://schemas.openxmlformats.org/officeDocument/2006/relationships/slide" Target="slides/slide11.xml"/><Relationship Id="rId11" Type="http://schemas.openxmlformats.org/officeDocument/2006/relationships/slideMaster" Target="slideMasters/slideMaster7.xml"/><Relationship Id="rId33" Type="http://schemas.openxmlformats.org/officeDocument/2006/relationships/slide" Target="slides/slide14.xml"/><Relationship Id="rId10" Type="http://schemas.openxmlformats.org/officeDocument/2006/relationships/slideMaster" Target="slideMasters/slideMaster6.xml"/><Relationship Id="rId32" Type="http://schemas.openxmlformats.org/officeDocument/2006/relationships/slide" Target="slides/slide13.xml"/><Relationship Id="rId13" Type="http://schemas.openxmlformats.org/officeDocument/2006/relationships/slideMaster" Target="slideMasters/slideMaster9.xml"/><Relationship Id="rId35" Type="http://schemas.openxmlformats.org/officeDocument/2006/relationships/slide" Target="slides/slide16.xml"/><Relationship Id="rId12" Type="http://schemas.openxmlformats.org/officeDocument/2006/relationships/slideMaster" Target="slideMasters/slideMaster8.xml"/><Relationship Id="rId34" Type="http://schemas.openxmlformats.org/officeDocument/2006/relationships/slide" Target="slides/slide15.xml"/><Relationship Id="rId15" Type="http://schemas.openxmlformats.org/officeDocument/2006/relationships/slideMaster" Target="slideMasters/slideMaster11.xml"/><Relationship Id="rId37" Type="http://schemas.openxmlformats.org/officeDocument/2006/relationships/font" Target="fonts/Tahoma-regular.fntdata"/><Relationship Id="rId14" Type="http://schemas.openxmlformats.org/officeDocument/2006/relationships/slideMaster" Target="slideMasters/slideMaster10.xml"/><Relationship Id="rId36" Type="http://schemas.openxmlformats.org/officeDocument/2006/relationships/slide" Target="slides/slide17.xml"/><Relationship Id="rId17" Type="http://schemas.openxmlformats.org/officeDocument/2006/relationships/slideMaster" Target="slideMasters/slideMaster13.xml"/><Relationship Id="rId39" Type="http://customschemas.google.com/relationships/presentationmetadata" Target="metadata"/><Relationship Id="rId16" Type="http://schemas.openxmlformats.org/officeDocument/2006/relationships/slideMaster" Target="slideMasters/slideMaster12.xml"/><Relationship Id="rId38" Type="http://schemas.openxmlformats.org/officeDocument/2006/relationships/font" Target="fonts/Tahoma-bold.fntdata"/><Relationship Id="rId19" Type="http://schemas.openxmlformats.org/officeDocument/2006/relationships/notesMaster" Target="notesMasters/notesMaster1.xml"/><Relationship Id="rId18" Type="http://schemas.openxmlformats.org/officeDocument/2006/relationships/slideMaster" Target="slideMasters/slideMaster14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objOnly">
  <p:cSld name="OBJECT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1150938" y="214313"/>
            <a:ext cx="7804150" cy="59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3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 txBox="1"/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8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8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8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29" name="Google Shape;129;p30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0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0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2"/>
          <p:cNvSpPr txBox="1"/>
          <p:nvPr>
            <p:ph idx="1" type="body"/>
          </p:nvPr>
        </p:nvSpPr>
        <p:spPr>
          <a:xfrm>
            <a:off x="11826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32"/>
          <p:cNvSpPr txBox="1"/>
          <p:nvPr>
            <p:ph idx="2" type="body"/>
          </p:nvPr>
        </p:nvSpPr>
        <p:spPr>
          <a:xfrm>
            <a:off x="51450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32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4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8" name="Google Shape;168;p34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34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0" name="Google Shape;170;p34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34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4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6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6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8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38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55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38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8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8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0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40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600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55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8" name="Google Shape;228;p40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40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40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42"/>
          <p:cNvSpPr txBox="1"/>
          <p:nvPr>
            <p:ph idx="1" type="body"/>
          </p:nvPr>
        </p:nvSpPr>
        <p:spPr>
          <a:xfrm rot="5400000">
            <a:off x="3011487" y="188912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p42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2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42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/>
          <p:nvPr>
            <p:ph type="title"/>
          </p:nvPr>
        </p:nvSpPr>
        <p:spPr>
          <a:xfrm rot="5400000">
            <a:off x="5020469" y="2197894"/>
            <a:ext cx="5918200" cy="19510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4"/>
          <p:cNvSpPr txBox="1"/>
          <p:nvPr>
            <p:ph idx="1" type="body"/>
          </p:nvPr>
        </p:nvSpPr>
        <p:spPr>
          <a:xfrm rot="5400000">
            <a:off x="1042194" y="323057"/>
            <a:ext cx="5918200" cy="5700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6" name="Google Shape;266;p44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44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44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5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6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1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10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8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15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4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7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1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" name="Google Shape;7;p18"/>
          <p:cNvSpPr txBox="1"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" name="Google Shape;8;p18"/>
          <p:cNvSpPr txBox="1"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" name="Google Shape;9;p18"/>
          <p:cNvSpPr txBox="1"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" name="Google Shape;10;p18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" name="Google Shape;11;p18"/>
          <p:cNvSpPr txBox="1"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" name="Google Shape;12;p18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" name="Google Shape;13;p18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5" name="Google Shape;15;p18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6" name="Google Shape;16;p18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7" name="Google Shape;17;p18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" name="Google Shape;25;p20"/>
          <p:cNvSpPr txBox="1"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" name="Google Shape;26;p20"/>
          <p:cNvSpPr txBox="1"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" name="Google Shape;27;p20"/>
          <p:cNvSpPr txBox="1"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" name="Google Shape;28;p20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" name="Google Shape;29;p20"/>
          <p:cNvSpPr txBox="1"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" name="Google Shape;30;p20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" name="Google Shape;31;p20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2" name="Google Shape;32;p20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2"/>
          <p:cNvSpPr txBox="1"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" name="Google Shape;44;p22"/>
          <p:cNvSpPr txBox="1"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" name="Google Shape;45;p22"/>
          <p:cNvSpPr txBox="1"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" name="Google Shape;46;p22"/>
          <p:cNvSpPr txBox="1"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" name="Google Shape;47;p22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" name="Google Shape;48;p22"/>
          <p:cNvSpPr txBox="1"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" name="Google Shape;49;p22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" name="Google Shape;50;p22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1" name="Google Shape;51;p22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2" name="Google Shape;52;p22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3" name="Google Shape;53;p22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4" name="Google Shape;54;p22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4"/>
          <p:cNvSpPr txBox="1"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" name="Google Shape;62;p24"/>
          <p:cNvSpPr txBox="1"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24"/>
          <p:cNvSpPr txBox="1"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24"/>
          <p:cNvSpPr txBox="1"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24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" name="Google Shape;66;p24"/>
          <p:cNvSpPr txBox="1"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7" name="Google Shape;67;p24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" name="Google Shape;68;p2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9" name="Google Shape;69;p24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0" name="Google Shape;70;p24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1" name="Google Shape;71;p24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" name="Google Shape;80;p26"/>
          <p:cNvSpPr txBox="1"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1" name="Google Shape;81;p26"/>
          <p:cNvSpPr txBox="1"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2" name="Google Shape;82;p26"/>
          <p:cNvSpPr txBox="1"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" name="Google Shape;83;p26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" name="Google Shape;84;p26"/>
          <p:cNvSpPr txBox="1"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" name="Google Shape;85;p26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6" name="Google Shape;86;p2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7" name="Google Shape;87;p26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8" name="Google Shape;88;p26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9" name="Google Shape;89;p26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0" name="Google Shape;90;p26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7"/>
          <p:cNvGrpSpPr/>
          <p:nvPr/>
        </p:nvGrpSpPr>
        <p:grpSpPr>
          <a:xfrm>
            <a:off x="0" y="2438400"/>
            <a:ext cx="9009062" cy="1052512"/>
            <a:chOff x="0" y="1536"/>
            <a:chExt cx="5675" cy="663"/>
          </a:xfrm>
        </p:grpSpPr>
        <p:grpSp>
          <p:nvGrpSpPr>
            <p:cNvPr id="93" name="Google Shape;93;p27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94" name="Google Shape;94;p27"/>
              <p:cNvSpPr txBox="1"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5" name="Google Shape;95;p27"/>
              <p:cNvSpPr txBox="1"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96" name="Google Shape;96;p27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97" name="Google Shape;97;p27"/>
              <p:cNvSpPr txBox="1"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8" name="Google Shape;98;p27"/>
              <p:cNvSpPr txBox="1"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99" name="Google Shape;99;p27"/>
            <p:cNvSpPr txBox="1"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" name="Google Shape;100;p27"/>
            <p:cNvSpPr txBox="1"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27"/>
            <p:cNvSpPr txBox="1"/>
            <p:nvPr/>
          </p:nvSpPr>
          <p:spPr>
            <a:xfrm flipH="1" rot="10800000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02" name="Google Shape;102;p2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03" name="Google Shape;103;p27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04" name="Google Shape;104;p27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05" name="Google Shape;105;p27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9"/>
          <p:cNvSpPr txBox="1"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5" name="Google Shape;115;p29"/>
          <p:cNvSpPr txBox="1"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6" name="Google Shape;116;p29"/>
          <p:cNvSpPr txBox="1"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" name="Google Shape;117;p29"/>
          <p:cNvSpPr txBox="1"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8" name="Google Shape;118;p29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9" name="Google Shape;119;p29"/>
          <p:cNvSpPr txBox="1"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0" name="Google Shape;120;p29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" name="Google Shape;121;p2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2" name="Google Shape;122;p29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3" name="Google Shape;123;p29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4" name="Google Shape;124;p29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5" name="Google Shape;125;p29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4" name="Google Shape;134;p31"/>
          <p:cNvSpPr txBox="1"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5" name="Google Shape;135;p31"/>
          <p:cNvSpPr txBox="1"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6" name="Google Shape;136;p31"/>
          <p:cNvSpPr txBox="1"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7" name="Google Shape;137;p31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8" name="Google Shape;138;p31"/>
          <p:cNvSpPr txBox="1"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9" name="Google Shape;139;p31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0" name="Google Shape;140;p3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2" name="Google Shape;142;p31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3" name="Google Shape;143;p31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4" name="Google Shape;144;p31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3"/>
          <p:cNvSpPr txBox="1"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4" name="Google Shape;154;p33"/>
          <p:cNvSpPr txBox="1"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" name="Google Shape;155;p33"/>
          <p:cNvSpPr txBox="1"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" name="Google Shape;158;p33"/>
          <p:cNvSpPr txBox="1"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" name="Google Shape;159;p33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" name="Google Shape;160;p3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61" name="Google Shape;161;p33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62" name="Google Shape;162;p33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63" name="Google Shape;163;p33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64" name="Google Shape;164;p33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 txBox="1"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6" name="Google Shape;176;p35"/>
          <p:cNvSpPr txBox="1"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7" name="Google Shape;177;p35"/>
          <p:cNvSpPr txBox="1"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" name="Google Shape;178;p35"/>
          <p:cNvSpPr txBox="1"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" name="Google Shape;179;p35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0" name="Google Shape;180;p35"/>
          <p:cNvSpPr txBox="1"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p35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2" name="Google Shape;182;p3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83" name="Google Shape;183;p35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84" name="Google Shape;184;p35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85" name="Google Shape;185;p35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86" name="Google Shape;186;p35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" name="Google Shape;193;p37"/>
          <p:cNvSpPr txBox="1"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" name="Google Shape;194;p37"/>
          <p:cNvSpPr txBox="1"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5" name="Google Shape;195;p37"/>
          <p:cNvSpPr txBox="1"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6" name="Google Shape;196;p37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" name="Google Shape;197;p37"/>
          <p:cNvSpPr txBox="1"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8" name="Google Shape;198;p37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9" name="Google Shape;199;p3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00" name="Google Shape;200;p37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02" name="Google Shape;202;p37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03" name="Google Shape;203;p37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9"/>
          <p:cNvSpPr txBox="1"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3" name="Google Shape;213;p39"/>
          <p:cNvSpPr txBox="1"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4" name="Google Shape;214;p39"/>
          <p:cNvSpPr txBox="1"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" name="Google Shape;215;p39"/>
          <p:cNvSpPr txBox="1"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6" name="Google Shape;216;p39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7" name="Google Shape;217;p39"/>
          <p:cNvSpPr txBox="1"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8" name="Google Shape;218;p39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9" name="Google Shape;219;p3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20" name="Google Shape;220;p39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21" name="Google Shape;221;p39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22" name="Google Shape;222;p39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23" name="Google Shape;223;p39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 txBox="1"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3" name="Google Shape;233;p41"/>
          <p:cNvSpPr txBox="1"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4" name="Google Shape;234;p41"/>
          <p:cNvSpPr txBox="1"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5" name="Google Shape;235;p41"/>
          <p:cNvSpPr txBox="1"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6" name="Google Shape;236;p41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7" name="Google Shape;237;p41"/>
          <p:cNvSpPr txBox="1"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" name="Google Shape;238;p41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9" name="Google Shape;239;p4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40" name="Google Shape;240;p41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41" name="Google Shape;241;p41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42" name="Google Shape;242;p41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43" name="Google Shape;243;p41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/>
          <p:nvPr/>
        </p:nvSpPr>
        <p:spPr>
          <a:xfrm>
            <a:off x="417512" y="1098550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2" name="Google Shape;252;p43"/>
          <p:cNvSpPr txBox="1"/>
          <p:nvPr/>
        </p:nvSpPr>
        <p:spPr>
          <a:xfrm>
            <a:off x="800100" y="1098550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3" name="Google Shape;253;p43"/>
          <p:cNvSpPr txBox="1"/>
          <p:nvPr/>
        </p:nvSpPr>
        <p:spPr>
          <a:xfrm>
            <a:off x="541337" y="1520825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4" name="Google Shape;254;p43"/>
          <p:cNvSpPr txBox="1"/>
          <p:nvPr/>
        </p:nvSpPr>
        <p:spPr>
          <a:xfrm>
            <a:off x="911225" y="1520825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5" name="Google Shape;255;p43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6" name="Google Shape;256;p43"/>
          <p:cNvSpPr txBox="1"/>
          <p:nvPr/>
        </p:nvSpPr>
        <p:spPr>
          <a:xfrm>
            <a:off x="762000" y="9906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7" name="Google Shape;257;p43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" name="Google Shape;258;p4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59" name="Google Shape;259;p43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60" name="Google Shape;260;p43"/>
          <p:cNvSpPr txBox="1"/>
          <p:nvPr>
            <p:ph idx="10" type="dt"/>
          </p:nvPr>
        </p:nvSpPr>
        <p:spPr>
          <a:xfrm>
            <a:off x="11620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61" name="Google Shape;261;p43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62" name="Google Shape;262;p43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java.sun.com/j2se/1.4.2/docs/api/" TargetMode="External"/><Relationship Id="rId4" Type="http://schemas.openxmlformats.org/officeDocument/2006/relationships/hyperlink" Target="http://java.sun.com/j2se/1.4.2/docs/api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image" Target="../media/image2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1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"/>
          <p:cNvSpPr txBox="1"/>
          <p:nvPr/>
        </p:nvSpPr>
        <p:spPr>
          <a:xfrm>
            <a:off x="1447800" y="494275"/>
            <a:ext cx="48231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Java Evolution</a:t>
            </a:r>
            <a:endParaRPr/>
          </a:p>
        </p:txBody>
      </p:sp>
      <p:pic>
        <p:nvPicPr>
          <p:cNvPr id="274" name="Google Shape;27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478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"/>
          <p:cNvSpPr txBox="1"/>
          <p:nvPr/>
        </p:nvSpPr>
        <p:spPr>
          <a:xfrm>
            <a:off x="838200" y="2286000"/>
            <a:ext cx="7010400" cy="2465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Java Introduction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Java Features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❑"/>
            </a:pP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How Java Differs from other OO languages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"/>
          <p:cNvSpPr txBox="1"/>
          <p:nvPr/>
        </p:nvSpPr>
        <p:spPr>
          <a:xfrm>
            <a:off x="1143000" y="607550"/>
            <a:ext cx="87915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Java - An Introduction</a:t>
            </a:r>
            <a:endParaRPr/>
          </a:p>
        </p:txBody>
      </p:sp>
      <p:sp>
        <p:nvSpPr>
          <p:cNvPr id="281" name="Google Shape;281;p2"/>
          <p:cNvSpPr txBox="1"/>
          <p:nvPr/>
        </p:nvSpPr>
        <p:spPr>
          <a:xfrm>
            <a:off x="762000" y="2133600"/>
            <a:ext cx="8077200" cy="445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Java - The new programming language developed by Sun Microsystems (James Gosling) in 1991.</a:t>
            </a:r>
            <a:endParaRPr/>
          </a:p>
          <a:p>
            <a:pPr indent="-251459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Originally called Oak. 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Java Authors: James Gosling, Arthur Van Hoff, Andy Bechtolsheim</a:t>
            </a:r>
            <a:endParaRPr b="0" i="0" sz="24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667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 general-purpose object-oriented language.</a:t>
            </a:r>
            <a:endParaRPr/>
          </a:p>
          <a:p>
            <a:pPr indent="-251459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Designed for easy Web/Internet applications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"/>
          <p:cNvSpPr txBox="1"/>
          <p:nvPr/>
        </p:nvSpPr>
        <p:spPr>
          <a:xfrm>
            <a:off x="1143000" y="10668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Tahoma"/>
              <a:buNone/>
            </a:pPr>
            <a:r>
              <a:rPr b="0" i="0" lang="en-US" sz="4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Java - An Introduction</a:t>
            </a:r>
            <a:b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sp>
        <p:nvSpPr>
          <p:cNvPr id="287" name="Google Shape;287;p3"/>
          <p:cNvSpPr txBox="1"/>
          <p:nvPr>
            <p:ph idx="1" type="body"/>
          </p:nvPr>
        </p:nvSpPr>
        <p:spPr>
          <a:xfrm>
            <a:off x="762000" y="2057400"/>
            <a:ext cx="8077200" cy="445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Originally created for consumer electronics (TV, VCR, Freeze, Washing Machine, Mobile Phone).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Java - CPU  Independent language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Internet and Web was just emerging, so Sun turned it into a language of Internet Programming.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It allows you to publish a webpage with Java code in it.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2" name="Google Shape;292;p4"/>
          <p:cNvGraphicFramePr/>
          <p:nvPr/>
        </p:nvGraphicFramePr>
        <p:xfrm>
          <a:off x="533400" y="1506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{9FBC91F4-5F18-45BB-819F-5FCC665923D4}</a:tableStyleId>
              </a:tblPr>
              <a:tblGrid>
                <a:gridCol w="990600"/>
                <a:gridCol w="7620000"/>
              </a:tblGrid>
              <a:tr h="54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Year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Development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95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1990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Sun decided to developed special software that could be used for electronic devices. A project called </a:t>
                      </a:r>
                      <a:r>
                        <a:rPr b="0" i="0" lang="en-US" sz="20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Green Project</a:t>
                      </a: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created and head by James Gosling.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1991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Explored possibility of using C++, with some updates announced a new language named </a:t>
                      </a:r>
                      <a:r>
                        <a:rPr b="0" i="0" lang="en-US" sz="20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“Oak”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1992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The team demonstrated the application of their new language to control a list of home appliances using a hand held device.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2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1993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The World Wide Web appeared on the Internet and transformed the text-based interface to a graphical rich environment. The team developed Web applets (time programs) that could run on all types of computers connected to the Internet.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3" name="Google Shape;293;p4"/>
          <p:cNvSpPr txBox="1"/>
          <p:nvPr/>
        </p:nvSpPr>
        <p:spPr>
          <a:xfrm>
            <a:off x="685800" y="228600"/>
            <a:ext cx="5791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Java Milestones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"/>
          <p:cNvSpPr txBox="1"/>
          <p:nvPr>
            <p:ph type="title"/>
          </p:nvPr>
        </p:nvSpPr>
        <p:spPr>
          <a:xfrm>
            <a:off x="1350962" y="838200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Java Milestones</a:t>
            </a:r>
            <a:b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graphicFrame>
        <p:nvGraphicFramePr>
          <p:cNvPr id="299" name="Google Shape;299;p5"/>
          <p:cNvGraphicFramePr/>
          <p:nvPr/>
        </p:nvGraphicFramePr>
        <p:xfrm>
          <a:off x="5334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{9FBC91F4-5F18-45BB-819F-5FCC665923D4}</a:tableStyleId>
              </a:tblPr>
              <a:tblGrid>
                <a:gridCol w="1319200"/>
                <a:gridCol w="6453175"/>
              </a:tblGrid>
              <a:tr h="41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Year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Development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1994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The team developed a new Web browsed called “</a:t>
                      </a:r>
                      <a:r>
                        <a:rPr b="0" i="0" lang="en-US" sz="20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Hot Java</a:t>
                      </a: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” to locate and run </a:t>
                      </a:r>
                      <a:r>
                        <a:rPr b="0" i="0" lang="en-US" sz="20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Applets</a:t>
                      </a: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 HotJava gained instance success.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1995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Oak was renamed to Java, as it did not survive “legal” registration. Many companies such as Netscape and Microsoft announced their support for Java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28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1996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533400" lvl="0" marL="533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Java established itself it self as both </a:t>
                      </a:r>
                      <a:endParaRPr/>
                    </a:p>
                    <a:p>
                      <a:pPr indent="-533400" lvl="0" marL="53340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AutoNum type="arabicPeriod"/>
                      </a:pPr>
                      <a:r>
                        <a:rPr b="0" i="0" lang="en-US" sz="20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“the language for Internet programming” </a:t>
                      </a:r>
                      <a:endParaRPr/>
                    </a:p>
                    <a:p>
                      <a:pPr indent="-533400" lvl="0" marL="53340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200"/>
                        <a:buFont typeface="Noto Sans Symbols"/>
                        <a:buAutoNum type="arabicPeriod"/>
                      </a:pPr>
                      <a:r>
                        <a:rPr b="0" i="0" lang="en-US" sz="20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a general purpose OO language</a:t>
                      </a: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4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1997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fol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 class libraries, Community effort and standardization, Enterprise Java, Clustering, etc..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200"/>
              <a:buFont typeface="Tahoma"/>
              <a:buNone/>
            </a:pPr>
            <a:r>
              <a:rPr b="0" i="0" lang="en-US" sz="42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Java Features</a:t>
            </a:r>
            <a:endParaRPr/>
          </a:p>
        </p:txBody>
      </p:sp>
      <p:sp>
        <p:nvSpPr>
          <p:cNvPr id="305" name="Google Shape;305;p6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Familiar, Simple, Small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Compiled and Interpreted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Platform-Independent and Portable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Object-Oriented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Robust and Secure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Distributed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Multithreaded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High Performance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Dynamic and Extensible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Cont…</a:t>
            </a:r>
            <a:endParaRPr/>
          </a:p>
        </p:txBody>
      </p:sp>
      <p:sp>
        <p:nvSpPr>
          <p:cNvPr id="311" name="Google Shape;311;p7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Familiar,Simple &amp; small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hlink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Java does not use  Preprocessor header files, goto statement and many others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hlink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pointers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hlink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automatic garbage collection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hlink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rich pre-defined class library </a:t>
            </a:r>
            <a:r>
              <a:rPr b="0" i="0" lang="en-US" sz="18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http://java.sun.com/j2se/1.4.2/docs/api/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i="0" sz="1800" u="sng">
              <a:solidFill>
                <a:schemeClr val="dk1"/>
              </a:solidFill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Cont…</a:t>
            </a:r>
            <a:endParaRPr/>
          </a:p>
        </p:txBody>
      </p:sp>
      <p:sp>
        <p:nvSpPr>
          <p:cNvPr id="317" name="Google Shape;317;p8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 Object-Oriented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hlink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focus on the data (objects) and methods manipulating the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hlink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Almost every thing in Java is Object.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hlink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 functions are associated with objects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hlink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almost all datatypes are objects (files, strings, etc.)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hlink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potentially better code organization and reuse</a:t>
            </a:r>
            <a:endParaRPr/>
          </a:p>
          <a:p>
            <a:pPr indent="-247650" lvl="0" marL="342900" rtl="0" algn="l">
              <a:spcBef>
                <a:spcPts val="5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b="0" i="0" sz="25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Cont…</a:t>
            </a:r>
            <a:endParaRPr/>
          </a:p>
        </p:txBody>
      </p:sp>
      <p:sp>
        <p:nvSpPr>
          <p:cNvPr id="323" name="Google Shape;323;p9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Platform-Independent and Portable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hlink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Java is portable.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1375"/>
              <a:buNone/>
            </a:pPr>
            <a:r>
              <a:rPr b="0" i="0" lang="en-US" sz="25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1)  Java Complier generates bytecode that can be 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implemented on any machine.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2)  the sizes of the primitive data types are always the same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hlink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runs on all platforms</a:t>
            </a:r>
            <a:endParaRPr/>
          </a:p>
          <a:p>
            <a:pPr indent="-247650" lvl="0" marL="342900" rtl="0" algn="l">
              <a:spcBef>
                <a:spcPts val="5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b="0" i="0" sz="25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"/>
          <p:cNvSpPr txBox="1"/>
          <p:nvPr>
            <p:ph type="title"/>
          </p:nvPr>
        </p:nvSpPr>
        <p:spPr>
          <a:xfrm>
            <a:off x="1350962" y="-228600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Cont…</a:t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1530350" y="1225550"/>
            <a:ext cx="6540500" cy="1206500"/>
          </a:xfrm>
          <a:prstGeom prst="cube">
            <a:avLst>
              <a:gd fmla="val 5399" name="adj"/>
            </a:avLst>
          </a:prstGeom>
          <a:solidFill>
            <a:srgbClr val="00B7A5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0" name="Google Shape;330;p10"/>
          <p:cNvSpPr txBox="1"/>
          <p:nvPr/>
        </p:nvSpPr>
        <p:spPr>
          <a:xfrm>
            <a:off x="2811462" y="1598612"/>
            <a:ext cx="40322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COMPILER</a:t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1447800" y="2438400"/>
            <a:ext cx="6553200" cy="1295400"/>
          </a:xfrm>
          <a:prstGeom prst="hexagon">
            <a:avLst>
              <a:gd fmla="val 5399" name="adj"/>
              <a:gd fmla="val 115470" name="vf"/>
            </a:avLst>
          </a:prstGeom>
          <a:solidFill>
            <a:srgbClr val="B50069"/>
          </a:solidFill>
          <a:ln>
            <a:noFill/>
          </a:ln>
          <a:effectLst>
            <a:outerShdw blurRad="63500" dir="2700000" dist="107763">
              <a:schemeClr val="dk2">
                <a:alpha val="49803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2727325" y="2741612"/>
            <a:ext cx="41973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FAFD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BYTE CODE</a:t>
            </a:r>
            <a:endParaRPr/>
          </a:p>
        </p:txBody>
      </p:sp>
      <p:grpSp>
        <p:nvGrpSpPr>
          <p:cNvPr id="333" name="Google Shape;333;p10"/>
          <p:cNvGrpSpPr/>
          <p:nvPr/>
        </p:nvGrpSpPr>
        <p:grpSpPr>
          <a:xfrm>
            <a:off x="4800600" y="5029200"/>
            <a:ext cx="1773237" cy="1296987"/>
            <a:chOff x="3024" y="3168"/>
            <a:chExt cx="1117" cy="817"/>
          </a:xfrm>
        </p:grpSpPr>
        <p:sp>
          <p:nvSpPr>
            <p:cNvPr id="334" name="Google Shape;334;p10"/>
            <p:cNvSpPr/>
            <p:nvPr/>
          </p:nvSpPr>
          <p:spPr>
            <a:xfrm>
              <a:off x="3024" y="3797"/>
              <a:ext cx="110" cy="61"/>
            </a:xfrm>
            <a:custGeom>
              <a:rect b="b" l="l" r="r" t="t"/>
              <a:pathLst>
                <a:path extrusionOk="0" h="61" w="110">
                  <a:moveTo>
                    <a:pt x="107" y="0"/>
                  </a:moveTo>
                  <a:lnTo>
                    <a:pt x="83" y="0"/>
                  </a:lnTo>
                  <a:lnTo>
                    <a:pt x="69" y="1"/>
                  </a:lnTo>
                  <a:lnTo>
                    <a:pt x="55" y="3"/>
                  </a:lnTo>
                  <a:lnTo>
                    <a:pt x="38" y="6"/>
                  </a:lnTo>
                  <a:lnTo>
                    <a:pt x="25" y="9"/>
                  </a:lnTo>
                  <a:lnTo>
                    <a:pt x="17" y="12"/>
                  </a:lnTo>
                  <a:lnTo>
                    <a:pt x="11" y="15"/>
                  </a:lnTo>
                  <a:lnTo>
                    <a:pt x="6" y="19"/>
                  </a:lnTo>
                  <a:lnTo>
                    <a:pt x="2" y="23"/>
                  </a:lnTo>
                  <a:lnTo>
                    <a:pt x="0" y="27"/>
                  </a:lnTo>
                  <a:lnTo>
                    <a:pt x="1" y="32"/>
                  </a:lnTo>
                  <a:lnTo>
                    <a:pt x="4" y="36"/>
                  </a:lnTo>
                  <a:lnTo>
                    <a:pt x="8" y="38"/>
                  </a:lnTo>
                  <a:lnTo>
                    <a:pt x="15" y="39"/>
                  </a:lnTo>
                  <a:lnTo>
                    <a:pt x="24" y="39"/>
                  </a:lnTo>
                  <a:lnTo>
                    <a:pt x="34" y="38"/>
                  </a:lnTo>
                  <a:lnTo>
                    <a:pt x="46" y="38"/>
                  </a:lnTo>
                  <a:lnTo>
                    <a:pt x="58" y="38"/>
                  </a:lnTo>
                  <a:lnTo>
                    <a:pt x="67" y="39"/>
                  </a:lnTo>
                  <a:lnTo>
                    <a:pt x="75" y="41"/>
                  </a:lnTo>
                  <a:lnTo>
                    <a:pt x="84" y="45"/>
                  </a:lnTo>
                  <a:lnTo>
                    <a:pt x="109" y="60"/>
                  </a:lnTo>
                  <a:lnTo>
                    <a:pt x="108" y="60"/>
                  </a:lnTo>
                  <a:lnTo>
                    <a:pt x="109" y="59"/>
                  </a:lnTo>
                </a:path>
              </a:pathLst>
            </a:custGeom>
            <a:noFill/>
            <a:ln cap="rnd" cmpd="sng" w="254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35" name="Google Shape;335;p10"/>
            <p:cNvGrpSpPr/>
            <p:nvPr/>
          </p:nvGrpSpPr>
          <p:grpSpPr>
            <a:xfrm>
              <a:off x="3118" y="3624"/>
              <a:ext cx="869" cy="277"/>
              <a:chOff x="3118" y="3624"/>
              <a:chExt cx="869" cy="277"/>
            </a:xfrm>
          </p:grpSpPr>
          <p:sp>
            <p:nvSpPr>
              <p:cNvPr id="336" name="Google Shape;336;p10"/>
              <p:cNvSpPr/>
              <p:nvPr/>
            </p:nvSpPr>
            <p:spPr>
              <a:xfrm>
                <a:off x="3124" y="3766"/>
                <a:ext cx="863" cy="135"/>
              </a:xfrm>
              <a:custGeom>
                <a:rect b="b" l="l" r="r" t="t"/>
                <a:pathLst>
                  <a:path extrusionOk="0" h="135" w="863">
                    <a:moveTo>
                      <a:pt x="0" y="8"/>
                    </a:moveTo>
                    <a:lnTo>
                      <a:pt x="0" y="67"/>
                    </a:lnTo>
                    <a:lnTo>
                      <a:pt x="700" y="134"/>
                    </a:lnTo>
                    <a:lnTo>
                      <a:pt x="862" y="52"/>
                    </a:lnTo>
                    <a:lnTo>
                      <a:pt x="862" y="0"/>
                    </a:lnTo>
                    <a:lnTo>
                      <a:pt x="694" y="70"/>
                    </a:lnTo>
                    <a:lnTo>
                      <a:pt x="0" y="8"/>
                    </a:lnTo>
                  </a:path>
                </a:pathLst>
              </a:custGeom>
              <a:solidFill>
                <a:srgbClr val="9F9F9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37" name="Google Shape;337;p10"/>
              <p:cNvSpPr/>
              <p:nvPr/>
            </p:nvSpPr>
            <p:spPr>
              <a:xfrm>
                <a:off x="3118" y="3624"/>
                <a:ext cx="702" cy="211"/>
              </a:xfrm>
              <a:custGeom>
                <a:rect b="b" l="l" r="r" t="t"/>
                <a:pathLst>
                  <a:path extrusionOk="0" h="211" w="702">
                    <a:moveTo>
                      <a:pt x="0" y="0"/>
                    </a:moveTo>
                    <a:lnTo>
                      <a:pt x="701" y="46"/>
                    </a:lnTo>
                    <a:lnTo>
                      <a:pt x="701" y="210"/>
                    </a:lnTo>
                    <a:lnTo>
                      <a:pt x="0" y="147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0C0C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338" name="Google Shape;338;p10"/>
              <p:cNvGrpSpPr/>
              <p:nvPr/>
            </p:nvGrpSpPr>
            <p:grpSpPr>
              <a:xfrm>
                <a:off x="3120" y="3663"/>
                <a:ext cx="708" cy="87"/>
                <a:chOff x="3120" y="3663"/>
                <a:chExt cx="708" cy="87"/>
              </a:xfrm>
            </p:grpSpPr>
            <p:cxnSp>
              <p:nvCxnSpPr>
                <p:cNvPr id="339" name="Google Shape;339;p10"/>
                <p:cNvCxnSpPr/>
                <p:nvPr/>
              </p:nvCxnSpPr>
              <p:spPr>
                <a:xfrm>
                  <a:off x="3120" y="3663"/>
                  <a:ext cx="707" cy="5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40" name="Google Shape;340;p10"/>
                <p:cNvCxnSpPr/>
                <p:nvPr/>
              </p:nvCxnSpPr>
              <p:spPr>
                <a:xfrm>
                  <a:off x="3639" y="3704"/>
                  <a:ext cx="148" cy="1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41" name="Google Shape;341;p10"/>
                <p:cNvCxnSpPr/>
                <p:nvPr/>
              </p:nvCxnSpPr>
              <p:spPr>
                <a:xfrm>
                  <a:off x="3465" y="3691"/>
                  <a:ext cx="149" cy="1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42" name="Google Shape;342;p10"/>
                <p:cNvCxnSpPr/>
                <p:nvPr/>
              </p:nvCxnSpPr>
              <p:spPr>
                <a:xfrm>
                  <a:off x="3120" y="3692"/>
                  <a:ext cx="708" cy="58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43" name="Google Shape;343;p10"/>
            <p:cNvGrpSpPr/>
            <p:nvPr/>
          </p:nvGrpSpPr>
          <p:grpSpPr>
            <a:xfrm>
              <a:off x="3118" y="3594"/>
              <a:ext cx="871" cy="71"/>
              <a:chOff x="3118" y="3594"/>
              <a:chExt cx="871" cy="71"/>
            </a:xfrm>
          </p:grpSpPr>
          <p:sp>
            <p:nvSpPr>
              <p:cNvPr id="344" name="Google Shape;344;p10"/>
              <p:cNvSpPr/>
              <p:nvPr/>
            </p:nvSpPr>
            <p:spPr>
              <a:xfrm>
                <a:off x="3118" y="3594"/>
                <a:ext cx="871" cy="71"/>
              </a:xfrm>
              <a:custGeom>
                <a:rect b="b" l="l" r="r" t="t"/>
                <a:pathLst>
                  <a:path extrusionOk="0" h="71" w="871">
                    <a:moveTo>
                      <a:pt x="0" y="27"/>
                    </a:moveTo>
                    <a:lnTo>
                      <a:pt x="703" y="70"/>
                    </a:lnTo>
                    <a:lnTo>
                      <a:pt x="870" y="29"/>
                    </a:lnTo>
                    <a:lnTo>
                      <a:pt x="811" y="24"/>
                    </a:lnTo>
                    <a:lnTo>
                      <a:pt x="268" y="0"/>
                    </a:lnTo>
                    <a:lnTo>
                      <a:pt x="0" y="27"/>
                    </a:lnTo>
                  </a:path>
                </a:pathLst>
              </a:custGeom>
              <a:solidFill>
                <a:srgbClr val="DFDFD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45" name="Google Shape;345;p10"/>
              <p:cNvSpPr/>
              <p:nvPr/>
            </p:nvSpPr>
            <p:spPr>
              <a:xfrm>
                <a:off x="3318" y="3610"/>
                <a:ext cx="638" cy="44"/>
              </a:xfrm>
              <a:custGeom>
                <a:rect b="b" l="l" r="r" t="t"/>
                <a:pathLst>
                  <a:path extrusionOk="0" h="44" w="638">
                    <a:moveTo>
                      <a:pt x="52" y="0"/>
                    </a:moveTo>
                    <a:lnTo>
                      <a:pt x="0" y="16"/>
                    </a:lnTo>
                    <a:lnTo>
                      <a:pt x="514" y="43"/>
                    </a:lnTo>
                    <a:lnTo>
                      <a:pt x="598" y="24"/>
                    </a:lnTo>
                    <a:lnTo>
                      <a:pt x="591" y="21"/>
                    </a:lnTo>
                    <a:lnTo>
                      <a:pt x="637" y="11"/>
                    </a:lnTo>
                    <a:lnTo>
                      <a:pt x="609" y="9"/>
                    </a:lnTo>
                    <a:lnTo>
                      <a:pt x="52" y="0"/>
                    </a:lnTo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346" name="Google Shape;346;p10"/>
            <p:cNvGrpSpPr/>
            <p:nvPr/>
          </p:nvGrpSpPr>
          <p:grpSpPr>
            <a:xfrm>
              <a:off x="3834" y="3177"/>
              <a:ext cx="159" cy="466"/>
              <a:chOff x="3834" y="3177"/>
              <a:chExt cx="159" cy="466"/>
            </a:xfrm>
          </p:grpSpPr>
          <p:grpSp>
            <p:nvGrpSpPr>
              <p:cNvPr id="347" name="Google Shape;347;p10"/>
              <p:cNvGrpSpPr/>
              <p:nvPr/>
            </p:nvGrpSpPr>
            <p:grpSpPr>
              <a:xfrm>
                <a:off x="3896" y="3237"/>
                <a:ext cx="97" cy="390"/>
                <a:chOff x="3896" y="3237"/>
                <a:chExt cx="97" cy="390"/>
              </a:xfrm>
            </p:grpSpPr>
            <p:sp>
              <p:nvSpPr>
                <p:cNvPr id="348" name="Google Shape;348;p10"/>
                <p:cNvSpPr/>
                <p:nvPr/>
              </p:nvSpPr>
              <p:spPr>
                <a:xfrm>
                  <a:off x="3896" y="3237"/>
                  <a:ext cx="91" cy="390"/>
                </a:xfrm>
                <a:custGeom>
                  <a:rect b="b" l="l" r="r" t="t"/>
                  <a:pathLst>
                    <a:path extrusionOk="0" h="390" w="91">
                      <a:moveTo>
                        <a:pt x="8" y="0"/>
                      </a:moveTo>
                      <a:lnTo>
                        <a:pt x="90" y="32"/>
                      </a:lnTo>
                      <a:lnTo>
                        <a:pt x="83" y="184"/>
                      </a:lnTo>
                      <a:lnTo>
                        <a:pt x="74" y="366"/>
                      </a:lnTo>
                      <a:lnTo>
                        <a:pt x="0" y="389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rgbClr val="9F9F9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grpSp>
              <p:nvGrpSpPr>
                <p:cNvPr id="349" name="Google Shape;349;p10"/>
                <p:cNvGrpSpPr/>
                <p:nvPr/>
              </p:nvGrpSpPr>
              <p:grpSpPr>
                <a:xfrm>
                  <a:off x="3896" y="3254"/>
                  <a:ext cx="97" cy="333"/>
                  <a:chOff x="3896" y="3254"/>
                  <a:chExt cx="97" cy="333"/>
                </a:xfrm>
              </p:grpSpPr>
              <p:grpSp>
                <p:nvGrpSpPr>
                  <p:cNvPr id="350" name="Google Shape;350;p10"/>
                  <p:cNvGrpSpPr/>
                  <p:nvPr/>
                </p:nvGrpSpPr>
                <p:grpSpPr>
                  <a:xfrm>
                    <a:off x="3896" y="3254"/>
                    <a:ext cx="97" cy="333"/>
                    <a:chOff x="3896" y="3254"/>
                    <a:chExt cx="97" cy="333"/>
                  </a:xfrm>
                </p:grpSpPr>
                <p:grpSp>
                  <p:nvGrpSpPr>
                    <p:cNvPr id="351" name="Google Shape;351;p10"/>
                    <p:cNvGrpSpPr/>
                    <p:nvPr/>
                  </p:nvGrpSpPr>
                  <p:grpSpPr>
                    <a:xfrm>
                      <a:off x="3896" y="3254"/>
                      <a:ext cx="97" cy="200"/>
                      <a:chOff x="3896" y="3254"/>
                      <a:chExt cx="97" cy="200"/>
                    </a:xfrm>
                  </p:grpSpPr>
                  <p:grpSp>
                    <p:nvGrpSpPr>
                      <p:cNvPr id="352" name="Google Shape;352;p10"/>
                      <p:cNvGrpSpPr/>
                      <p:nvPr/>
                    </p:nvGrpSpPr>
                    <p:grpSpPr>
                      <a:xfrm>
                        <a:off x="3904" y="3254"/>
                        <a:ext cx="89" cy="107"/>
                        <a:chOff x="3904" y="3254"/>
                        <a:chExt cx="89" cy="107"/>
                      </a:xfrm>
                    </p:grpSpPr>
                    <p:cxnSp>
                      <p:nvCxnSpPr>
                        <p:cNvPr id="353" name="Google Shape;353;p10"/>
                        <p:cNvCxnSpPr/>
                        <p:nvPr/>
                      </p:nvCxnSpPr>
                      <p:spPr>
                        <a:xfrm>
                          <a:off x="3907" y="3254"/>
                          <a:ext cx="86" cy="31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354" name="Google Shape;354;p10"/>
                        <p:cNvCxnSpPr/>
                        <p:nvPr/>
                      </p:nvCxnSpPr>
                      <p:spPr>
                        <a:xfrm>
                          <a:off x="3905" y="3271"/>
                          <a:ext cx="86" cy="29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355" name="Google Shape;355;p10"/>
                        <p:cNvCxnSpPr/>
                        <p:nvPr/>
                      </p:nvCxnSpPr>
                      <p:spPr>
                        <a:xfrm>
                          <a:off x="3906" y="3289"/>
                          <a:ext cx="85" cy="2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356" name="Google Shape;356;p10"/>
                        <p:cNvCxnSpPr/>
                        <p:nvPr/>
                      </p:nvCxnSpPr>
                      <p:spPr>
                        <a:xfrm>
                          <a:off x="3905" y="3306"/>
                          <a:ext cx="86" cy="2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357" name="Google Shape;357;p10"/>
                        <p:cNvCxnSpPr/>
                        <p:nvPr/>
                      </p:nvCxnSpPr>
                      <p:spPr>
                        <a:xfrm>
                          <a:off x="3904" y="3323"/>
                          <a:ext cx="86" cy="23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358" name="Google Shape;358;p10"/>
                        <p:cNvCxnSpPr/>
                        <p:nvPr/>
                      </p:nvCxnSpPr>
                      <p:spPr>
                        <a:xfrm>
                          <a:off x="3904" y="3340"/>
                          <a:ext cx="85" cy="21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cxnSp>
                    <p:nvCxnSpPr>
                      <p:cNvPr id="359" name="Google Shape;359;p10"/>
                      <p:cNvCxnSpPr/>
                      <p:nvPr/>
                    </p:nvCxnSpPr>
                    <p:spPr>
                      <a:xfrm>
                        <a:off x="3896" y="3375"/>
                        <a:ext cx="90" cy="17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60" name="Google Shape;360;p10"/>
                      <p:cNvCxnSpPr/>
                      <p:nvPr/>
                    </p:nvCxnSpPr>
                    <p:spPr>
                      <a:xfrm>
                        <a:off x="3897" y="3392"/>
                        <a:ext cx="88" cy="15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61" name="Google Shape;361;p10"/>
                      <p:cNvCxnSpPr/>
                      <p:nvPr/>
                    </p:nvCxnSpPr>
                    <p:spPr>
                      <a:xfrm>
                        <a:off x="3896" y="3410"/>
                        <a:ext cx="88" cy="13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62" name="Google Shape;362;p10"/>
                      <p:cNvCxnSpPr/>
                      <p:nvPr/>
                    </p:nvCxnSpPr>
                    <p:spPr>
                      <a:xfrm>
                        <a:off x="3897" y="3428"/>
                        <a:ext cx="87" cy="10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63" name="Google Shape;363;p10"/>
                      <p:cNvCxnSpPr/>
                      <p:nvPr/>
                    </p:nvCxnSpPr>
                    <p:spPr>
                      <a:xfrm>
                        <a:off x="3898" y="3446"/>
                        <a:ext cx="86" cy="8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364" name="Google Shape;364;p10"/>
                    <p:cNvGrpSpPr/>
                    <p:nvPr/>
                  </p:nvGrpSpPr>
                  <p:grpSpPr>
                    <a:xfrm>
                      <a:off x="3897" y="3464"/>
                      <a:ext cx="85" cy="123"/>
                      <a:chOff x="3897" y="3464"/>
                      <a:chExt cx="85" cy="123"/>
                    </a:xfrm>
                  </p:grpSpPr>
                  <p:cxnSp>
                    <p:nvCxnSpPr>
                      <p:cNvPr id="365" name="Google Shape;365;p10"/>
                      <p:cNvCxnSpPr/>
                      <p:nvPr/>
                    </p:nvCxnSpPr>
                    <p:spPr>
                      <a:xfrm>
                        <a:off x="3898" y="3464"/>
                        <a:ext cx="84" cy="5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66" name="Google Shape;366;p10"/>
                      <p:cNvCxnSpPr/>
                      <p:nvPr/>
                    </p:nvCxnSpPr>
                    <p:spPr>
                      <a:xfrm>
                        <a:off x="3899" y="3481"/>
                        <a:ext cx="82" cy="3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67" name="Google Shape;367;p10"/>
                      <p:cNvCxnSpPr/>
                      <p:nvPr/>
                    </p:nvCxnSpPr>
                    <p:spPr>
                      <a:xfrm>
                        <a:off x="3898" y="3500"/>
                        <a:ext cx="82" cy="0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68" name="Google Shape;368;p10"/>
                      <p:cNvCxnSpPr/>
                      <p:nvPr/>
                    </p:nvCxnSpPr>
                    <p:spPr>
                      <a:xfrm flipH="1" rot="10800000">
                        <a:off x="3898" y="3515"/>
                        <a:ext cx="82" cy="2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69" name="Google Shape;369;p10"/>
                      <p:cNvCxnSpPr/>
                      <p:nvPr/>
                    </p:nvCxnSpPr>
                    <p:spPr>
                      <a:xfrm flipH="1" rot="10800000">
                        <a:off x="3898" y="3531"/>
                        <a:ext cx="80" cy="3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70" name="Google Shape;370;p10"/>
                      <p:cNvCxnSpPr/>
                      <p:nvPr/>
                    </p:nvCxnSpPr>
                    <p:spPr>
                      <a:xfrm flipH="1" rot="10800000">
                        <a:off x="3898" y="3547"/>
                        <a:ext cx="80" cy="5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71" name="Google Shape;371;p10"/>
                      <p:cNvCxnSpPr/>
                      <p:nvPr/>
                    </p:nvCxnSpPr>
                    <p:spPr>
                      <a:xfrm flipH="1" rot="10800000">
                        <a:off x="3897" y="3561"/>
                        <a:ext cx="81" cy="8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372" name="Google Shape;372;p10"/>
                      <p:cNvCxnSpPr/>
                      <p:nvPr/>
                    </p:nvCxnSpPr>
                    <p:spPr>
                      <a:xfrm flipH="1" rot="10800000">
                        <a:off x="3898" y="3577"/>
                        <a:ext cx="78" cy="10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  <p:cxnSp>
                <p:nvCxnSpPr>
                  <p:cNvPr id="373" name="Google Shape;373;p10"/>
                  <p:cNvCxnSpPr/>
                  <p:nvPr/>
                </p:nvCxnSpPr>
                <p:spPr>
                  <a:xfrm>
                    <a:off x="3902" y="3358"/>
                    <a:ext cx="85" cy="18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7F7F7F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374" name="Google Shape;374;p10"/>
              <p:cNvGrpSpPr/>
              <p:nvPr/>
            </p:nvGrpSpPr>
            <p:grpSpPr>
              <a:xfrm>
                <a:off x="3834" y="3177"/>
                <a:ext cx="79" cy="466"/>
                <a:chOff x="3834" y="3177"/>
                <a:chExt cx="79" cy="466"/>
              </a:xfrm>
            </p:grpSpPr>
            <p:sp>
              <p:nvSpPr>
                <p:cNvPr id="375" name="Google Shape;375;p10"/>
                <p:cNvSpPr/>
                <p:nvPr/>
              </p:nvSpPr>
              <p:spPr>
                <a:xfrm>
                  <a:off x="3834" y="3177"/>
                  <a:ext cx="79" cy="466"/>
                </a:xfrm>
                <a:custGeom>
                  <a:rect b="b" l="l" r="r" t="t"/>
                  <a:pathLst>
                    <a:path extrusionOk="0" h="466" w="79">
                      <a:moveTo>
                        <a:pt x="18" y="0"/>
                      </a:moveTo>
                      <a:lnTo>
                        <a:pt x="73" y="23"/>
                      </a:lnTo>
                      <a:lnTo>
                        <a:pt x="78" y="29"/>
                      </a:lnTo>
                      <a:lnTo>
                        <a:pt x="61" y="446"/>
                      </a:lnTo>
                      <a:lnTo>
                        <a:pt x="54" y="452"/>
                      </a:lnTo>
                      <a:lnTo>
                        <a:pt x="0" y="465"/>
                      </a:lnTo>
                      <a:lnTo>
                        <a:pt x="6" y="458"/>
                      </a:lnTo>
                      <a:lnTo>
                        <a:pt x="7" y="452"/>
                      </a:lnTo>
                      <a:lnTo>
                        <a:pt x="18" y="0"/>
                      </a:lnTo>
                    </a:path>
                  </a:pathLst>
                </a:cu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376" name="Google Shape;376;p10"/>
                <p:cNvSpPr/>
                <p:nvPr/>
              </p:nvSpPr>
              <p:spPr>
                <a:xfrm>
                  <a:off x="3909" y="3201"/>
                  <a:ext cx="4" cy="6"/>
                </a:xfrm>
                <a:custGeom>
                  <a:rect b="b" l="l" r="r" t="t"/>
                  <a:pathLst>
                    <a:path extrusionOk="0" fill="none" h="21600" w="21252">
                      <a:moveTo>
                        <a:pt x="0" y="0"/>
                      </a:moveTo>
                      <a:cubicBezTo>
                        <a:pt x="10438" y="0"/>
                        <a:pt x="19384" y="7465"/>
                        <a:pt x="21251" y="17736"/>
                      </a:cubicBezTo>
                    </a:path>
                    <a:path extrusionOk="0" h="21600" w="21252">
                      <a:moveTo>
                        <a:pt x="0" y="0"/>
                      </a:moveTo>
                      <a:cubicBezTo>
                        <a:pt x="10438" y="0"/>
                        <a:pt x="19384" y="7465"/>
                        <a:pt x="21251" y="17736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</p:grpSp>
        <p:grpSp>
          <p:nvGrpSpPr>
            <p:cNvPr id="377" name="Google Shape;377;p10"/>
            <p:cNvGrpSpPr/>
            <p:nvPr/>
          </p:nvGrpSpPr>
          <p:grpSpPr>
            <a:xfrm>
              <a:off x="3867" y="3889"/>
              <a:ext cx="274" cy="96"/>
              <a:chOff x="3867" y="3889"/>
              <a:chExt cx="274" cy="96"/>
            </a:xfrm>
          </p:grpSpPr>
          <p:sp>
            <p:nvSpPr>
              <p:cNvPr id="378" name="Google Shape;378;p10"/>
              <p:cNvSpPr/>
              <p:nvPr/>
            </p:nvSpPr>
            <p:spPr>
              <a:xfrm>
                <a:off x="3867" y="3889"/>
                <a:ext cx="274" cy="68"/>
              </a:xfrm>
              <a:custGeom>
                <a:rect b="b" l="l" r="r" t="t"/>
                <a:pathLst>
                  <a:path extrusionOk="0" h="68" w="274">
                    <a:moveTo>
                      <a:pt x="0" y="0"/>
                    </a:moveTo>
                    <a:lnTo>
                      <a:pt x="50" y="3"/>
                    </a:lnTo>
                    <a:lnTo>
                      <a:pt x="89" y="5"/>
                    </a:lnTo>
                    <a:lnTo>
                      <a:pt x="122" y="9"/>
                    </a:lnTo>
                    <a:lnTo>
                      <a:pt x="156" y="12"/>
                    </a:lnTo>
                    <a:lnTo>
                      <a:pt x="179" y="15"/>
                    </a:lnTo>
                    <a:lnTo>
                      <a:pt x="209" y="20"/>
                    </a:lnTo>
                    <a:lnTo>
                      <a:pt x="225" y="23"/>
                    </a:lnTo>
                    <a:lnTo>
                      <a:pt x="237" y="26"/>
                    </a:lnTo>
                    <a:lnTo>
                      <a:pt x="244" y="27"/>
                    </a:lnTo>
                    <a:lnTo>
                      <a:pt x="249" y="29"/>
                    </a:lnTo>
                    <a:lnTo>
                      <a:pt x="256" y="31"/>
                    </a:lnTo>
                    <a:lnTo>
                      <a:pt x="263" y="33"/>
                    </a:lnTo>
                    <a:lnTo>
                      <a:pt x="269" y="36"/>
                    </a:lnTo>
                    <a:lnTo>
                      <a:pt x="272" y="40"/>
                    </a:lnTo>
                    <a:lnTo>
                      <a:pt x="273" y="43"/>
                    </a:lnTo>
                    <a:lnTo>
                      <a:pt x="271" y="47"/>
                    </a:lnTo>
                    <a:lnTo>
                      <a:pt x="269" y="52"/>
                    </a:lnTo>
                    <a:lnTo>
                      <a:pt x="266" y="56"/>
                    </a:lnTo>
                    <a:lnTo>
                      <a:pt x="261" y="58"/>
                    </a:lnTo>
                    <a:lnTo>
                      <a:pt x="255" y="62"/>
                    </a:lnTo>
                    <a:lnTo>
                      <a:pt x="249" y="65"/>
                    </a:lnTo>
                    <a:lnTo>
                      <a:pt x="242" y="66"/>
                    </a:lnTo>
                    <a:lnTo>
                      <a:pt x="233" y="67"/>
                    </a:lnTo>
                    <a:lnTo>
                      <a:pt x="224" y="67"/>
                    </a:lnTo>
                    <a:lnTo>
                      <a:pt x="214" y="67"/>
                    </a:lnTo>
                    <a:lnTo>
                      <a:pt x="198" y="64"/>
                    </a:lnTo>
                  </a:path>
                </a:pathLst>
              </a:custGeom>
              <a:noFill/>
              <a:ln cap="rnd" cmpd="sng" w="12700">
                <a:solidFill>
                  <a:srgbClr val="C0C0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379" name="Google Shape;379;p10"/>
              <p:cNvGrpSpPr/>
              <p:nvPr/>
            </p:nvGrpSpPr>
            <p:grpSpPr>
              <a:xfrm>
                <a:off x="3878" y="3922"/>
                <a:ext cx="191" cy="63"/>
                <a:chOff x="3878" y="3922"/>
                <a:chExt cx="191" cy="63"/>
              </a:xfrm>
            </p:grpSpPr>
            <p:grpSp>
              <p:nvGrpSpPr>
                <p:cNvPr id="380" name="Google Shape;380;p10"/>
                <p:cNvGrpSpPr/>
                <p:nvPr/>
              </p:nvGrpSpPr>
              <p:grpSpPr>
                <a:xfrm>
                  <a:off x="3878" y="3922"/>
                  <a:ext cx="185" cy="63"/>
                  <a:chOff x="3878" y="3922"/>
                  <a:chExt cx="185" cy="63"/>
                </a:xfrm>
              </p:grpSpPr>
              <p:sp>
                <p:nvSpPr>
                  <p:cNvPr id="381" name="Google Shape;381;p10"/>
                  <p:cNvSpPr/>
                  <p:nvPr/>
                </p:nvSpPr>
                <p:spPr>
                  <a:xfrm>
                    <a:off x="3878" y="3922"/>
                    <a:ext cx="112" cy="38"/>
                  </a:xfrm>
                  <a:custGeom>
                    <a:rect b="b" l="l" r="r" t="t"/>
                    <a:pathLst>
                      <a:path extrusionOk="0" h="38" w="112">
                        <a:moveTo>
                          <a:pt x="0" y="23"/>
                        </a:moveTo>
                        <a:lnTo>
                          <a:pt x="29" y="0"/>
                        </a:lnTo>
                        <a:lnTo>
                          <a:pt x="111" y="13"/>
                        </a:lnTo>
                        <a:lnTo>
                          <a:pt x="79" y="37"/>
                        </a:lnTo>
                        <a:lnTo>
                          <a:pt x="0" y="23"/>
                        </a:lnTo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  <p:sp>
                <p:nvSpPr>
                  <p:cNvPr id="382" name="Google Shape;382;p10"/>
                  <p:cNvSpPr/>
                  <p:nvPr/>
                </p:nvSpPr>
                <p:spPr>
                  <a:xfrm>
                    <a:off x="3878" y="3950"/>
                    <a:ext cx="78" cy="35"/>
                  </a:xfrm>
                  <a:custGeom>
                    <a:rect b="b" l="l" r="r" t="t"/>
                    <a:pathLst>
                      <a:path extrusionOk="0" h="35" w="78">
                        <a:moveTo>
                          <a:pt x="0" y="0"/>
                        </a:moveTo>
                        <a:lnTo>
                          <a:pt x="0" y="19"/>
                        </a:lnTo>
                        <a:lnTo>
                          <a:pt x="1" y="19"/>
                        </a:lnTo>
                        <a:lnTo>
                          <a:pt x="77" y="34"/>
                        </a:lnTo>
                        <a:lnTo>
                          <a:pt x="77" y="14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  <p:sp>
                <p:nvSpPr>
                  <p:cNvPr id="383" name="Google Shape;383;p10"/>
                  <p:cNvSpPr/>
                  <p:nvPr/>
                </p:nvSpPr>
                <p:spPr>
                  <a:xfrm>
                    <a:off x="3963" y="3938"/>
                    <a:ext cx="100" cy="47"/>
                  </a:xfrm>
                  <a:custGeom>
                    <a:rect b="b" l="l" r="r" t="t"/>
                    <a:pathLst>
                      <a:path extrusionOk="0" h="47" w="100">
                        <a:moveTo>
                          <a:pt x="0" y="25"/>
                        </a:moveTo>
                        <a:lnTo>
                          <a:pt x="32" y="0"/>
                        </a:lnTo>
                        <a:lnTo>
                          <a:pt x="99" y="6"/>
                        </a:lnTo>
                        <a:lnTo>
                          <a:pt x="99" y="26"/>
                        </a:lnTo>
                        <a:lnTo>
                          <a:pt x="0" y="46"/>
                        </a:lnTo>
                        <a:lnTo>
                          <a:pt x="0" y="25"/>
                        </a:lnTo>
                      </a:path>
                    </a:pathLst>
                  </a:custGeom>
                  <a:solidFill>
                    <a:srgbClr val="9F9F9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  <p:sp>
                <p:nvSpPr>
                  <p:cNvPr id="384" name="Google Shape;384;p10"/>
                  <p:cNvSpPr/>
                  <p:nvPr/>
                </p:nvSpPr>
                <p:spPr>
                  <a:xfrm>
                    <a:off x="3910" y="3922"/>
                    <a:ext cx="153" cy="17"/>
                  </a:xfrm>
                  <a:custGeom>
                    <a:rect b="b" l="l" r="r" t="t"/>
                    <a:pathLst>
                      <a:path extrusionOk="0" h="17" w="153">
                        <a:moveTo>
                          <a:pt x="0" y="0"/>
                        </a:moveTo>
                        <a:lnTo>
                          <a:pt x="76" y="4"/>
                        </a:lnTo>
                        <a:lnTo>
                          <a:pt x="152" y="16"/>
                        </a:lnTo>
                        <a:lnTo>
                          <a:pt x="83" y="11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7F7F7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</p:grpSp>
            <p:grpSp>
              <p:nvGrpSpPr>
                <p:cNvPr id="385" name="Google Shape;385;p10"/>
                <p:cNvGrpSpPr/>
                <p:nvPr/>
              </p:nvGrpSpPr>
              <p:grpSpPr>
                <a:xfrm>
                  <a:off x="3879" y="3943"/>
                  <a:ext cx="190" cy="30"/>
                  <a:chOff x="3879" y="3943"/>
                  <a:chExt cx="190" cy="30"/>
                </a:xfrm>
              </p:grpSpPr>
              <p:cxnSp>
                <p:nvCxnSpPr>
                  <p:cNvPr id="386" name="Google Shape;386;p10"/>
                  <p:cNvCxnSpPr/>
                  <p:nvPr/>
                </p:nvCxnSpPr>
                <p:spPr>
                  <a:xfrm>
                    <a:off x="3879" y="3955"/>
                    <a:ext cx="84" cy="18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7F7F7F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87" name="Google Shape;387;p10"/>
                  <p:cNvCxnSpPr/>
                  <p:nvPr/>
                </p:nvCxnSpPr>
                <p:spPr>
                  <a:xfrm flipH="1" rot="10800000">
                    <a:off x="3964" y="3943"/>
                    <a:ext cx="35" cy="3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5F5F5F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388" name="Google Shape;388;p10"/>
                  <p:cNvCxnSpPr/>
                  <p:nvPr/>
                </p:nvCxnSpPr>
                <p:spPr>
                  <a:xfrm>
                    <a:off x="3999" y="3943"/>
                    <a:ext cx="70" cy="6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5F5F5F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</p:grpSp>
        </p:grpSp>
        <p:sp>
          <p:nvSpPr>
            <p:cNvPr id="389" name="Google Shape;389;p10"/>
            <p:cNvSpPr/>
            <p:nvPr/>
          </p:nvSpPr>
          <p:spPr>
            <a:xfrm>
              <a:off x="3829" y="3762"/>
              <a:ext cx="157" cy="140"/>
            </a:xfrm>
            <a:custGeom>
              <a:rect b="b" l="l" r="r" t="t"/>
              <a:pathLst>
                <a:path extrusionOk="0" h="140" w="157">
                  <a:moveTo>
                    <a:pt x="0" y="70"/>
                  </a:moveTo>
                  <a:lnTo>
                    <a:pt x="156" y="0"/>
                  </a:lnTo>
                  <a:lnTo>
                    <a:pt x="156" y="56"/>
                  </a:lnTo>
                  <a:lnTo>
                    <a:pt x="0" y="139"/>
                  </a:lnTo>
                  <a:lnTo>
                    <a:pt x="0" y="70"/>
                  </a:lnTo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0" name="Google Shape;390;p10"/>
            <p:cNvSpPr/>
            <p:nvPr/>
          </p:nvSpPr>
          <p:spPr>
            <a:xfrm>
              <a:off x="3827" y="3626"/>
              <a:ext cx="163" cy="208"/>
            </a:xfrm>
            <a:custGeom>
              <a:rect b="b" l="l" r="r" t="t"/>
              <a:pathLst>
                <a:path extrusionOk="0" h="208" w="163">
                  <a:moveTo>
                    <a:pt x="0" y="44"/>
                  </a:moveTo>
                  <a:lnTo>
                    <a:pt x="162" y="0"/>
                  </a:lnTo>
                  <a:lnTo>
                    <a:pt x="162" y="137"/>
                  </a:lnTo>
                  <a:lnTo>
                    <a:pt x="0" y="207"/>
                  </a:lnTo>
                  <a:lnTo>
                    <a:pt x="0" y="44"/>
                  </a:lnTo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1" name="Google Shape;391;p10"/>
            <p:cNvSpPr/>
            <p:nvPr/>
          </p:nvSpPr>
          <p:spPr>
            <a:xfrm>
              <a:off x="3366" y="3243"/>
              <a:ext cx="414" cy="322"/>
            </a:xfrm>
            <a:custGeom>
              <a:rect b="b" l="l" r="r" t="t"/>
              <a:pathLst>
                <a:path extrusionOk="0" h="322" w="414">
                  <a:moveTo>
                    <a:pt x="17" y="0"/>
                  </a:moveTo>
                  <a:lnTo>
                    <a:pt x="413" y="0"/>
                  </a:lnTo>
                  <a:lnTo>
                    <a:pt x="397" y="321"/>
                  </a:lnTo>
                  <a:lnTo>
                    <a:pt x="0" y="302"/>
                  </a:lnTo>
                  <a:lnTo>
                    <a:pt x="17" y="0"/>
                  </a:lnTo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2" name="Google Shape;392;p10"/>
            <p:cNvSpPr/>
            <p:nvPr/>
          </p:nvSpPr>
          <p:spPr>
            <a:xfrm>
              <a:off x="3092" y="3794"/>
              <a:ext cx="776" cy="144"/>
            </a:xfrm>
            <a:custGeom>
              <a:rect b="b" l="l" r="r" t="t"/>
              <a:pathLst>
                <a:path extrusionOk="0" h="144" w="776">
                  <a:moveTo>
                    <a:pt x="126" y="0"/>
                  </a:moveTo>
                  <a:lnTo>
                    <a:pt x="775" y="58"/>
                  </a:lnTo>
                  <a:lnTo>
                    <a:pt x="729" y="111"/>
                  </a:lnTo>
                  <a:lnTo>
                    <a:pt x="684" y="143"/>
                  </a:lnTo>
                  <a:lnTo>
                    <a:pt x="0" y="71"/>
                  </a:lnTo>
                  <a:lnTo>
                    <a:pt x="51" y="51"/>
                  </a:lnTo>
                  <a:lnTo>
                    <a:pt x="126" y="0"/>
                  </a:lnTo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93" name="Google Shape;393;p10"/>
            <p:cNvGrpSpPr/>
            <p:nvPr/>
          </p:nvGrpSpPr>
          <p:grpSpPr>
            <a:xfrm>
              <a:off x="3827" y="3640"/>
              <a:ext cx="168" cy="188"/>
              <a:chOff x="3827" y="3640"/>
              <a:chExt cx="168" cy="188"/>
            </a:xfrm>
          </p:grpSpPr>
          <p:cxnSp>
            <p:nvCxnSpPr>
              <p:cNvPr id="394" name="Google Shape;394;p10"/>
              <p:cNvCxnSpPr/>
              <p:nvPr/>
            </p:nvCxnSpPr>
            <p:spPr>
              <a:xfrm flipH="1" rot="10800000">
                <a:off x="3827" y="3692"/>
                <a:ext cx="168" cy="58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395" name="Google Shape;395;p10"/>
              <p:cNvCxnSpPr/>
              <p:nvPr/>
            </p:nvCxnSpPr>
            <p:spPr>
              <a:xfrm flipH="1" rot="10800000">
                <a:off x="3856" y="3709"/>
                <a:ext cx="138" cy="51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396" name="Google Shape;396;p10"/>
              <p:cNvCxnSpPr/>
              <p:nvPr/>
            </p:nvCxnSpPr>
            <p:spPr>
              <a:xfrm flipH="1" rot="10800000">
                <a:off x="3856" y="3725"/>
                <a:ext cx="138" cy="54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397" name="Google Shape;397;p10"/>
              <p:cNvCxnSpPr/>
              <p:nvPr/>
            </p:nvCxnSpPr>
            <p:spPr>
              <a:xfrm flipH="1" rot="10800000">
                <a:off x="3856" y="3741"/>
                <a:ext cx="139" cy="5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398" name="Google Shape;398;p10"/>
              <p:cNvCxnSpPr/>
              <p:nvPr/>
            </p:nvCxnSpPr>
            <p:spPr>
              <a:xfrm flipH="1" rot="10800000">
                <a:off x="3856" y="3756"/>
                <a:ext cx="139" cy="59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399" name="Google Shape;399;p10"/>
              <p:cNvCxnSpPr/>
              <p:nvPr/>
            </p:nvCxnSpPr>
            <p:spPr>
              <a:xfrm flipH="1" rot="10800000">
                <a:off x="3856" y="3676"/>
                <a:ext cx="139" cy="4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400" name="Google Shape;400;p10"/>
              <p:cNvCxnSpPr/>
              <p:nvPr/>
            </p:nvCxnSpPr>
            <p:spPr>
              <a:xfrm flipH="1" rot="10800000">
                <a:off x="3856" y="3659"/>
                <a:ext cx="139" cy="41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401" name="Google Shape;401;p10"/>
              <p:cNvCxnSpPr/>
              <p:nvPr/>
            </p:nvCxnSpPr>
            <p:spPr>
              <a:xfrm flipH="1" rot="10800000">
                <a:off x="3856" y="3640"/>
                <a:ext cx="138" cy="39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402" name="Google Shape;402;p10"/>
              <p:cNvCxnSpPr/>
              <p:nvPr/>
            </p:nvCxnSpPr>
            <p:spPr>
              <a:xfrm>
                <a:off x="3856" y="3666"/>
                <a:ext cx="0" cy="1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403" name="Google Shape;403;p10"/>
            <p:cNvGrpSpPr/>
            <p:nvPr/>
          </p:nvGrpSpPr>
          <p:grpSpPr>
            <a:xfrm>
              <a:off x="3309" y="3168"/>
              <a:ext cx="546" cy="476"/>
              <a:chOff x="3309" y="3168"/>
              <a:chExt cx="546" cy="476"/>
            </a:xfrm>
          </p:grpSpPr>
          <p:grpSp>
            <p:nvGrpSpPr>
              <p:cNvPr id="404" name="Google Shape;404;p10"/>
              <p:cNvGrpSpPr/>
              <p:nvPr/>
            </p:nvGrpSpPr>
            <p:grpSpPr>
              <a:xfrm>
                <a:off x="3309" y="3168"/>
                <a:ext cx="546" cy="476"/>
                <a:chOff x="3309" y="3168"/>
                <a:chExt cx="546" cy="476"/>
              </a:xfrm>
            </p:grpSpPr>
            <p:grpSp>
              <p:nvGrpSpPr>
                <p:cNvPr id="405" name="Google Shape;405;p10"/>
                <p:cNvGrpSpPr/>
                <p:nvPr/>
              </p:nvGrpSpPr>
              <p:grpSpPr>
                <a:xfrm>
                  <a:off x="3309" y="3168"/>
                  <a:ext cx="546" cy="476"/>
                  <a:chOff x="3309" y="3168"/>
                  <a:chExt cx="546" cy="476"/>
                </a:xfrm>
              </p:grpSpPr>
              <p:sp>
                <p:nvSpPr>
                  <p:cNvPr id="406" name="Google Shape;406;p10"/>
                  <p:cNvSpPr/>
                  <p:nvPr/>
                </p:nvSpPr>
                <p:spPr>
                  <a:xfrm>
                    <a:off x="3309" y="3168"/>
                    <a:ext cx="546" cy="476"/>
                  </a:xfrm>
                  <a:custGeom>
                    <a:rect b="b" l="l" r="r" t="t"/>
                    <a:pathLst>
                      <a:path extrusionOk="0" h="476" w="546">
                        <a:moveTo>
                          <a:pt x="44" y="7"/>
                        </a:moveTo>
                        <a:lnTo>
                          <a:pt x="90" y="6"/>
                        </a:lnTo>
                        <a:lnTo>
                          <a:pt x="154" y="1"/>
                        </a:lnTo>
                        <a:lnTo>
                          <a:pt x="220" y="0"/>
                        </a:lnTo>
                        <a:lnTo>
                          <a:pt x="297" y="0"/>
                        </a:lnTo>
                        <a:lnTo>
                          <a:pt x="352" y="1"/>
                        </a:lnTo>
                        <a:lnTo>
                          <a:pt x="435" y="4"/>
                        </a:lnTo>
                        <a:lnTo>
                          <a:pt x="515" y="7"/>
                        </a:lnTo>
                        <a:lnTo>
                          <a:pt x="535" y="8"/>
                        </a:lnTo>
                        <a:lnTo>
                          <a:pt x="539" y="9"/>
                        </a:lnTo>
                        <a:lnTo>
                          <a:pt x="542" y="12"/>
                        </a:lnTo>
                        <a:lnTo>
                          <a:pt x="545" y="15"/>
                        </a:lnTo>
                        <a:lnTo>
                          <a:pt x="545" y="20"/>
                        </a:lnTo>
                        <a:lnTo>
                          <a:pt x="524" y="466"/>
                        </a:lnTo>
                        <a:lnTo>
                          <a:pt x="522" y="472"/>
                        </a:lnTo>
                        <a:lnTo>
                          <a:pt x="515" y="475"/>
                        </a:lnTo>
                        <a:lnTo>
                          <a:pt x="340" y="464"/>
                        </a:lnTo>
                        <a:lnTo>
                          <a:pt x="166" y="452"/>
                        </a:lnTo>
                        <a:lnTo>
                          <a:pt x="8" y="441"/>
                        </a:lnTo>
                        <a:lnTo>
                          <a:pt x="0" y="429"/>
                        </a:lnTo>
                        <a:lnTo>
                          <a:pt x="25" y="22"/>
                        </a:lnTo>
                        <a:lnTo>
                          <a:pt x="44" y="7"/>
                        </a:lnTo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  <p:sp>
                <p:nvSpPr>
                  <p:cNvPr id="407" name="Google Shape;407;p10"/>
                  <p:cNvSpPr/>
                  <p:nvPr/>
                </p:nvSpPr>
                <p:spPr>
                  <a:xfrm>
                    <a:off x="3844" y="3177"/>
                    <a:ext cx="11" cy="7"/>
                  </a:xfrm>
                  <a:custGeom>
                    <a:rect b="b" l="l" r="r" t="t"/>
                    <a:pathLst>
                      <a:path extrusionOk="0" fill="none" h="21600" w="23288">
                        <a:moveTo>
                          <a:pt x="-1" y="92"/>
                        </a:moveTo>
                        <a:cubicBezTo>
                          <a:pt x="663" y="30"/>
                          <a:pt x="1330" y="0"/>
                          <a:pt x="1997" y="0"/>
                        </a:cubicBezTo>
                        <a:cubicBezTo>
                          <a:pt x="12521" y="0"/>
                          <a:pt x="21514" y="7585"/>
                          <a:pt x="23288" y="17959"/>
                        </a:cubicBezTo>
                      </a:path>
                      <a:path extrusionOk="0" h="21600" w="23288">
                        <a:moveTo>
                          <a:pt x="-1" y="92"/>
                        </a:moveTo>
                        <a:cubicBezTo>
                          <a:pt x="663" y="30"/>
                          <a:pt x="1330" y="0"/>
                          <a:pt x="1997" y="0"/>
                        </a:cubicBezTo>
                        <a:cubicBezTo>
                          <a:pt x="12521" y="0"/>
                          <a:pt x="21514" y="7585"/>
                          <a:pt x="23288" y="17959"/>
                        </a:cubicBezTo>
                        <a:lnTo>
                          <a:pt x="1997" y="21600"/>
                        </a:lnTo>
                        <a:lnTo>
                          <a:pt x="-1" y="92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  <p:sp>
                <p:nvSpPr>
                  <p:cNvPr id="408" name="Google Shape;408;p10"/>
                  <p:cNvSpPr/>
                  <p:nvPr/>
                </p:nvSpPr>
                <p:spPr>
                  <a:xfrm>
                    <a:off x="3333" y="3176"/>
                    <a:ext cx="24" cy="16"/>
                  </a:xfrm>
                  <a:custGeom>
                    <a:rect b="b" l="l" r="r" t="t"/>
                    <a:pathLst>
                      <a:path extrusionOk="0" fill="none" h="21580" w="21600">
                        <a:moveTo>
                          <a:pt x="0" y="21579"/>
                        </a:moveTo>
                        <a:cubicBezTo>
                          <a:pt x="0" y="10007"/>
                          <a:pt x="9120" y="491"/>
                          <a:pt x="20681" y="-1"/>
                        </a:cubicBezTo>
                      </a:path>
                      <a:path extrusionOk="0" h="21580" w="21600">
                        <a:moveTo>
                          <a:pt x="0" y="21579"/>
                        </a:moveTo>
                        <a:cubicBezTo>
                          <a:pt x="0" y="10007"/>
                          <a:pt x="9120" y="491"/>
                          <a:pt x="20681" y="-1"/>
                        </a:cubicBezTo>
                        <a:lnTo>
                          <a:pt x="21600" y="21580"/>
                        </a:lnTo>
                        <a:lnTo>
                          <a:pt x="0" y="21579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  <p:sp>
                <p:nvSpPr>
                  <p:cNvPr id="409" name="Google Shape;409;p10"/>
                  <p:cNvSpPr/>
                  <p:nvPr/>
                </p:nvSpPr>
                <p:spPr>
                  <a:xfrm>
                    <a:off x="3309" y="3599"/>
                    <a:ext cx="8" cy="11"/>
                  </a:xfrm>
                  <a:custGeom>
                    <a:rect b="b" l="l" r="r" t="t"/>
                    <a:pathLst>
                      <a:path extrusionOk="0" fill="none" h="23312" w="21600">
                        <a:moveTo>
                          <a:pt x="18604" y="23312"/>
                        </a:moveTo>
                        <a:cubicBezTo>
                          <a:pt x="7936" y="21818"/>
                          <a:pt x="0" y="12693"/>
                          <a:pt x="0" y="1921"/>
                        </a:cubicBezTo>
                        <a:cubicBezTo>
                          <a:pt x="0" y="1279"/>
                          <a:pt x="28" y="638"/>
                          <a:pt x="85" y="-1"/>
                        </a:cubicBezTo>
                      </a:path>
                      <a:path extrusionOk="0" h="23312" w="21600">
                        <a:moveTo>
                          <a:pt x="18604" y="23312"/>
                        </a:moveTo>
                        <a:cubicBezTo>
                          <a:pt x="7936" y="21818"/>
                          <a:pt x="0" y="12693"/>
                          <a:pt x="0" y="1921"/>
                        </a:cubicBezTo>
                        <a:cubicBezTo>
                          <a:pt x="0" y="1279"/>
                          <a:pt x="28" y="638"/>
                          <a:pt x="85" y="-1"/>
                        </a:cubicBezTo>
                        <a:lnTo>
                          <a:pt x="21600" y="1921"/>
                        </a:lnTo>
                        <a:lnTo>
                          <a:pt x="18604" y="23312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</p:grpSp>
            <p:grpSp>
              <p:nvGrpSpPr>
                <p:cNvPr id="410" name="Google Shape;410;p10"/>
                <p:cNvGrpSpPr/>
                <p:nvPr/>
              </p:nvGrpSpPr>
              <p:grpSpPr>
                <a:xfrm>
                  <a:off x="3367" y="3242"/>
                  <a:ext cx="414" cy="322"/>
                  <a:chOff x="3367" y="3242"/>
                  <a:chExt cx="414" cy="322"/>
                </a:xfrm>
              </p:grpSpPr>
              <p:grpSp>
                <p:nvGrpSpPr>
                  <p:cNvPr id="411" name="Google Shape;411;p10"/>
                  <p:cNvGrpSpPr/>
                  <p:nvPr/>
                </p:nvGrpSpPr>
                <p:grpSpPr>
                  <a:xfrm>
                    <a:off x="3367" y="3242"/>
                    <a:ext cx="414" cy="322"/>
                    <a:chOff x="3367" y="3242"/>
                    <a:chExt cx="414" cy="322"/>
                  </a:xfrm>
                </p:grpSpPr>
                <p:sp>
                  <p:nvSpPr>
                    <p:cNvPr id="412" name="Google Shape;412;p10"/>
                    <p:cNvSpPr/>
                    <p:nvPr/>
                  </p:nvSpPr>
                  <p:spPr>
                    <a:xfrm>
                      <a:off x="3383" y="3242"/>
                      <a:ext cx="397" cy="1"/>
                    </a:xfrm>
                    <a:custGeom>
                      <a:rect b="b" l="l" r="r" t="t"/>
                      <a:pathLst>
                        <a:path extrusionOk="0" h="1" w="397">
                          <a:moveTo>
                            <a:pt x="0" y="0"/>
                          </a:moveTo>
                          <a:lnTo>
                            <a:pt x="396" y="0"/>
                          </a:lnTo>
                          <a:lnTo>
                            <a:pt x="387" y="0"/>
                          </a:lnTo>
                          <a:lnTo>
                            <a:pt x="9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p:txBody>
                </p:sp>
                <p:sp>
                  <p:nvSpPr>
                    <p:cNvPr id="413" name="Google Shape;413;p10"/>
                    <p:cNvSpPr/>
                    <p:nvPr/>
                  </p:nvSpPr>
                  <p:spPr>
                    <a:xfrm>
                      <a:off x="3762" y="3242"/>
                      <a:ext cx="19" cy="322"/>
                    </a:xfrm>
                    <a:custGeom>
                      <a:rect b="b" l="l" r="r" t="t"/>
                      <a:pathLst>
                        <a:path extrusionOk="0" h="322" w="19">
                          <a:moveTo>
                            <a:pt x="11" y="6"/>
                          </a:moveTo>
                          <a:lnTo>
                            <a:pt x="18" y="0"/>
                          </a:lnTo>
                          <a:lnTo>
                            <a:pt x="12" y="175"/>
                          </a:lnTo>
                          <a:lnTo>
                            <a:pt x="6" y="321"/>
                          </a:lnTo>
                          <a:lnTo>
                            <a:pt x="0" y="312"/>
                          </a:lnTo>
                          <a:lnTo>
                            <a:pt x="11" y="6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p:txBody>
                </p:sp>
                <p:sp>
                  <p:nvSpPr>
                    <p:cNvPr id="414" name="Google Shape;414;p10"/>
                    <p:cNvSpPr/>
                    <p:nvPr/>
                  </p:nvSpPr>
                  <p:spPr>
                    <a:xfrm>
                      <a:off x="3367" y="3544"/>
                      <a:ext cx="397" cy="20"/>
                    </a:xfrm>
                    <a:custGeom>
                      <a:rect b="b" l="l" r="r" t="t"/>
                      <a:pathLst>
                        <a:path extrusionOk="0" h="20" w="397">
                          <a:moveTo>
                            <a:pt x="9" y="0"/>
                          </a:moveTo>
                          <a:lnTo>
                            <a:pt x="0" y="6"/>
                          </a:lnTo>
                          <a:lnTo>
                            <a:pt x="396" y="19"/>
                          </a:lnTo>
                          <a:lnTo>
                            <a:pt x="387" y="13"/>
                          </a:lnTo>
                          <a:lnTo>
                            <a:pt x="9" y="0"/>
                          </a:lnTo>
                        </a:path>
                      </a:pathLst>
                    </a:custGeom>
                    <a:solidFill>
                      <a:srgbClr val="DFDFD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p:txBody>
                </p:sp>
                <p:sp>
                  <p:nvSpPr>
                    <p:cNvPr id="415" name="Google Shape;415;p10"/>
                    <p:cNvSpPr/>
                    <p:nvPr/>
                  </p:nvSpPr>
                  <p:spPr>
                    <a:xfrm>
                      <a:off x="3367" y="3243"/>
                      <a:ext cx="18" cy="303"/>
                    </a:xfrm>
                    <a:custGeom>
                      <a:rect b="b" l="l" r="r" t="t"/>
                      <a:pathLst>
                        <a:path extrusionOk="0" h="303" w="18">
                          <a:moveTo>
                            <a:pt x="11" y="0"/>
                          </a:moveTo>
                          <a:lnTo>
                            <a:pt x="17" y="6"/>
                          </a:lnTo>
                          <a:lnTo>
                            <a:pt x="6" y="294"/>
                          </a:lnTo>
                          <a:lnTo>
                            <a:pt x="0" y="302"/>
                          </a:lnTo>
                          <a:lnTo>
                            <a:pt x="11" y="0"/>
                          </a:lnTo>
                        </a:path>
                      </a:pathLst>
                    </a:custGeom>
                    <a:solidFill>
                      <a:srgbClr val="BFBFB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p:txBody>
                </p:sp>
              </p:grpSp>
              <p:grpSp>
                <p:nvGrpSpPr>
                  <p:cNvPr id="416" name="Google Shape;416;p10"/>
                  <p:cNvGrpSpPr/>
                  <p:nvPr/>
                </p:nvGrpSpPr>
                <p:grpSpPr>
                  <a:xfrm>
                    <a:off x="3376" y="3249"/>
                    <a:ext cx="395" cy="306"/>
                    <a:chOff x="3376" y="3249"/>
                    <a:chExt cx="395" cy="306"/>
                  </a:xfrm>
                </p:grpSpPr>
                <p:sp>
                  <p:nvSpPr>
                    <p:cNvPr id="417" name="Google Shape;417;p10"/>
                    <p:cNvSpPr/>
                    <p:nvPr/>
                  </p:nvSpPr>
                  <p:spPr>
                    <a:xfrm>
                      <a:off x="3376" y="3249"/>
                      <a:ext cx="395" cy="306"/>
                    </a:xfrm>
                    <a:custGeom>
                      <a:rect b="b" l="l" r="r" t="t"/>
                      <a:pathLst>
                        <a:path extrusionOk="0" h="306" w="395">
                          <a:moveTo>
                            <a:pt x="16" y="0"/>
                          </a:moveTo>
                          <a:lnTo>
                            <a:pt x="394" y="0"/>
                          </a:lnTo>
                          <a:lnTo>
                            <a:pt x="378" y="305"/>
                          </a:lnTo>
                          <a:lnTo>
                            <a:pt x="0" y="287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p:txBody>
                </p:sp>
                <p:sp>
                  <p:nvSpPr>
                    <p:cNvPr id="418" name="Google Shape;418;p10"/>
                    <p:cNvSpPr/>
                    <p:nvPr/>
                  </p:nvSpPr>
                  <p:spPr>
                    <a:xfrm>
                      <a:off x="3389" y="3262"/>
                      <a:ext cx="369" cy="282"/>
                    </a:xfrm>
                    <a:custGeom>
                      <a:rect b="b" l="l" r="r" t="t"/>
                      <a:pathLst>
                        <a:path extrusionOk="0" h="282" w="369">
                          <a:moveTo>
                            <a:pt x="14" y="0"/>
                          </a:moveTo>
                          <a:lnTo>
                            <a:pt x="368" y="0"/>
                          </a:lnTo>
                          <a:lnTo>
                            <a:pt x="352" y="281"/>
                          </a:lnTo>
                          <a:lnTo>
                            <a:pt x="0" y="266"/>
                          </a:lnTo>
                          <a:lnTo>
                            <a:pt x="14" y="0"/>
                          </a:lnTo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p:txBody>
                </p:sp>
                <p:sp>
                  <p:nvSpPr>
                    <p:cNvPr id="419" name="Google Shape;419;p10"/>
                    <p:cNvSpPr/>
                    <p:nvPr/>
                  </p:nvSpPr>
                  <p:spPr>
                    <a:xfrm>
                      <a:off x="3395" y="3279"/>
                      <a:ext cx="348" cy="254"/>
                    </a:xfrm>
                    <a:custGeom>
                      <a:rect b="b" l="l" r="r" t="t"/>
                      <a:pathLst>
                        <a:path extrusionOk="0" h="254" w="348">
                          <a:moveTo>
                            <a:pt x="13" y="0"/>
                          </a:moveTo>
                          <a:lnTo>
                            <a:pt x="347" y="0"/>
                          </a:lnTo>
                          <a:lnTo>
                            <a:pt x="332" y="253"/>
                          </a:lnTo>
                          <a:lnTo>
                            <a:pt x="0" y="240"/>
                          </a:lnTo>
                          <a:lnTo>
                            <a:pt x="13" y="0"/>
                          </a:lnTo>
                        </a:path>
                      </a:pathLst>
                    </a:custGeom>
                    <a:solidFill>
                      <a:srgbClr val="0000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p:txBody>
                </p:sp>
              </p:grpSp>
            </p:grpSp>
          </p:grpSp>
          <p:sp>
            <p:nvSpPr>
              <p:cNvPr id="420" name="Google Shape;420;p10"/>
              <p:cNvSpPr/>
              <p:nvPr/>
            </p:nvSpPr>
            <p:spPr>
              <a:xfrm>
                <a:off x="3753" y="3611"/>
                <a:ext cx="17" cy="1"/>
              </a:xfrm>
              <a:custGeom>
                <a:rect b="b" l="l" r="r" t="t"/>
                <a:pathLst>
                  <a:path extrusionOk="0" h="1" w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421" name="Google Shape;421;p10"/>
            <p:cNvGrpSpPr/>
            <p:nvPr/>
          </p:nvGrpSpPr>
          <p:grpSpPr>
            <a:xfrm>
              <a:off x="3092" y="3803"/>
              <a:ext cx="782" cy="160"/>
              <a:chOff x="3092" y="3803"/>
              <a:chExt cx="782" cy="160"/>
            </a:xfrm>
          </p:grpSpPr>
          <p:sp>
            <p:nvSpPr>
              <p:cNvPr id="422" name="Google Shape;422;p10"/>
              <p:cNvSpPr/>
              <p:nvPr/>
            </p:nvSpPr>
            <p:spPr>
              <a:xfrm>
                <a:off x="3632" y="3853"/>
                <a:ext cx="181" cy="67"/>
              </a:xfrm>
              <a:custGeom>
                <a:rect b="b" l="l" r="r" t="t"/>
                <a:pathLst>
                  <a:path extrusionOk="0" h="67" w="181">
                    <a:moveTo>
                      <a:pt x="69" y="0"/>
                    </a:moveTo>
                    <a:lnTo>
                      <a:pt x="28" y="39"/>
                    </a:lnTo>
                    <a:lnTo>
                      <a:pt x="0" y="55"/>
                    </a:lnTo>
                    <a:lnTo>
                      <a:pt x="118" y="66"/>
                    </a:lnTo>
                    <a:lnTo>
                      <a:pt x="145" y="45"/>
                    </a:lnTo>
                    <a:lnTo>
                      <a:pt x="180" y="9"/>
                    </a:lnTo>
                    <a:lnTo>
                      <a:pt x="69" y="0"/>
                    </a:lnTo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423" name="Google Shape;423;p10"/>
              <p:cNvGrpSpPr/>
              <p:nvPr/>
            </p:nvGrpSpPr>
            <p:grpSpPr>
              <a:xfrm>
                <a:off x="3092" y="3803"/>
                <a:ext cx="782" cy="160"/>
                <a:chOff x="3092" y="3803"/>
                <a:chExt cx="782" cy="160"/>
              </a:xfrm>
            </p:grpSpPr>
            <p:sp>
              <p:nvSpPr>
                <p:cNvPr id="424" name="Google Shape;424;p10"/>
                <p:cNvSpPr/>
                <p:nvPr/>
              </p:nvSpPr>
              <p:spPr>
                <a:xfrm>
                  <a:off x="3092" y="3869"/>
                  <a:ext cx="686" cy="94"/>
                </a:xfrm>
                <a:custGeom>
                  <a:rect b="b" l="l" r="r" t="t"/>
                  <a:pathLst>
                    <a:path extrusionOk="0" h="94" w="686">
                      <a:moveTo>
                        <a:pt x="0" y="0"/>
                      </a:moveTo>
                      <a:lnTo>
                        <a:pt x="0" y="24"/>
                      </a:lnTo>
                      <a:lnTo>
                        <a:pt x="685" y="93"/>
                      </a:lnTo>
                      <a:lnTo>
                        <a:pt x="684" y="6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425" name="Google Shape;425;p10"/>
                <p:cNvSpPr/>
                <p:nvPr/>
              </p:nvSpPr>
              <p:spPr>
                <a:xfrm>
                  <a:off x="3784" y="3855"/>
                  <a:ext cx="84" cy="108"/>
                </a:xfrm>
                <a:custGeom>
                  <a:rect b="b" l="l" r="r" t="t"/>
                  <a:pathLst>
                    <a:path extrusionOk="0" h="108" w="84">
                      <a:moveTo>
                        <a:pt x="0" y="83"/>
                      </a:moveTo>
                      <a:lnTo>
                        <a:pt x="0" y="107"/>
                      </a:lnTo>
                      <a:lnTo>
                        <a:pt x="36" y="82"/>
                      </a:lnTo>
                      <a:lnTo>
                        <a:pt x="51" y="68"/>
                      </a:lnTo>
                      <a:lnTo>
                        <a:pt x="83" y="30"/>
                      </a:lnTo>
                      <a:lnTo>
                        <a:pt x="83" y="0"/>
                      </a:lnTo>
                      <a:lnTo>
                        <a:pt x="41" y="50"/>
                      </a:lnTo>
                      <a:lnTo>
                        <a:pt x="0" y="83"/>
                      </a:lnTo>
                    </a:path>
                  </a:pathLst>
                </a:custGeom>
                <a:solidFill>
                  <a:srgbClr val="5F5F5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cxnSp>
              <p:nvCxnSpPr>
                <p:cNvPr id="426" name="Google Shape;426;p10"/>
                <p:cNvCxnSpPr/>
                <p:nvPr/>
              </p:nvCxnSpPr>
              <p:spPr>
                <a:xfrm>
                  <a:off x="3093" y="3877"/>
                  <a:ext cx="693" cy="7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7F7F7F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grpSp>
              <p:nvGrpSpPr>
                <p:cNvPr id="427" name="Google Shape;427;p10"/>
                <p:cNvGrpSpPr/>
                <p:nvPr/>
              </p:nvGrpSpPr>
              <p:grpSpPr>
                <a:xfrm>
                  <a:off x="3138" y="3803"/>
                  <a:ext cx="666" cy="124"/>
                  <a:chOff x="3138" y="3803"/>
                  <a:chExt cx="666" cy="124"/>
                </a:xfrm>
              </p:grpSpPr>
              <p:sp>
                <p:nvSpPr>
                  <p:cNvPr id="428" name="Google Shape;428;p10"/>
                  <p:cNvSpPr/>
                  <p:nvPr/>
                </p:nvSpPr>
                <p:spPr>
                  <a:xfrm>
                    <a:off x="3138" y="3808"/>
                    <a:ext cx="505" cy="94"/>
                  </a:xfrm>
                  <a:custGeom>
                    <a:rect b="b" l="l" r="r" t="t"/>
                    <a:pathLst>
                      <a:path extrusionOk="0" h="94" w="505">
                        <a:moveTo>
                          <a:pt x="87" y="0"/>
                        </a:moveTo>
                        <a:lnTo>
                          <a:pt x="27" y="40"/>
                        </a:lnTo>
                        <a:lnTo>
                          <a:pt x="0" y="54"/>
                        </a:lnTo>
                        <a:lnTo>
                          <a:pt x="428" y="93"/>
                        </a:lnTo>
                        <a:lnTo>
                          <a:pt x="458" y="75"/>
                        </a:lnTo>
                        <a:lnTo>
                          <a:pt x="504" y="38"/>
                        </a:lnTo>
                        <a:lnTo>
                          <a:pt x="87" y="0"/>
                        </a:lnTo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  <p:grpSp>
                <p:nvGrpSpPr>
                  <p:cNvPr id="429" name="Google Shape;429;p10"/>
                  <p:cNvGrpSpPr/>
                  <p:nvPr/>
                </p:nvGrpSpPr>
                <p:grpSpPr>
                  <a:xfrm>
                    <a:off x="3151" y="3803"/>
                    <a:ext cx="653" cy="124"/>
                    <a:chOff x="3151" y="3803"/>
                    <a:chExt cx="653" cy="124"/>
                  </a:xfrm>
                </p:grpSpPr>
                <p:grpSp>
                  <p:nvGrpSpPr>
                    <p:cNvPr id="430" name="Google Shape;430;p10"/>
                    <p:cNvGrpSpPr/>
                    <p:nvPr/>
                  </p:nvGrpSpPr>
                  <p:grpSpPr>
                    <a:xfrm>
                      <a:off x="3161" y="3803"/>
                      <a:ext cx="478" cy="102"/>
                      <a:chOff x="3161" y="3803"/>
                      <a:chExt cx="478" cy="102"/>
                    </a:xfrm>
                  </p:grpSpPr>
                  <p:grpSp>
                    <p:nvGrpSpPr>
                      <p:cNvPr id="431" name="Google Shape;431;p10"/>
                      <p:cNvGrpSpPr/>
                      <p:nvPr/>
                    </p:nvGrpSpPr>
                    <p:grpSpPr>
                      <a:xfrm>
                        <a:off x="3161" y="3803"/>
                        <a:ext cx="100" cy="68"/>
                        <a:chOff x="3161" y="3803"/>
                        <a:chExt cx="100" cy="68"/>
                      </a:xfrm>
                    </p:grpSpPr>
                    <p:cxnSp>
                      <p:nvCxnSpPr>
                        <p:cNvPr id="432" name="Google Shape;432;p10"/>
                        <p:cNvCxnSpPr/>
                        <p:nvPr/>
                      </p:nvCxnSpPr>
                      <p:spPr>
                        <a:xfrm flipH="1" rot="10800000">
                          <a:off x="3161" y="3855"/>
                          <a:ext cx="33" cy="1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433" name="Google Shape;433;p10"/>
                        <p:cNvCxnSpPr/>
                        <p:nvPr/>
                      </p:nvCxnSpPr>
                      <p:spPr>
                        <a:xfrm flipH="1" rot="10800000">
                          <a:off x="3194" y="3803"/>
                          <a:ext cx="67" cy="52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434" name="Google Shape;434;p10"/>
                      <p:cNvGrpSpPr/>
                      <p:nvPr/>
                    </p:nvGrpSpPr>
                    <p:grpSpPr>
                      <a:xfrm>
                        <a:off x="3200" y="3807"/>
                        <a:ext cx="101" cy="68"/>
                        <a:chOff x="3200" y="3807"/>
                        <a:chExt cx="101" cy="68"/>
                      </a:xfrm>
                    </p:grpSpPr>
                    <p:cxnSp>
                      <p:nvCxnSpPr>
                        <p:cNvPr id="435" name="Google Shape;435;p10"/>
                        <p:cNvCxnSpPr/>
                        <p:nvPr/>
                      </p:nvCxnSpPr>
                      <p:spPr>
                        <a:xfrm flipH="1" rot="10800000">
                          <a:off x="3200" y="3859"/>
                          <a:ext cx="32" cy="1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436" name="Google Shape;436;p10"/>
                        <p:cNvCxnSpPr/>
                        <p:nvPr/>
                      </p:nvCxnSpPr>
                      <p:spPr>
                        <a:xfrm flipH="1" rot="10800000">
                          <a:off x="3232" y="3807"/>
                          <a:ext cx="69" cy="52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437" name="Google Shape;437;p10"/>
                      <p:cNvGrpSpPr/>
                      <p:nvPr/>
                    </p:nvGrpSpPr>
                    <p:grpSpPr>
                      <a:xfrm>
                        <a:off x="3240" y="3809"/>
                        <a:ext cx="100" cy="68"/>
                        <a:chOff x="3240" y="3809"/>
                        <a:chExt cx="100" cy="68"/>
                      </a:xfrm>
                    </p:grpSpPr>
                    <p:cxnSp>
                      <p:nvCxnSpPr>
                        <p:cNvPr id="438" name="Google Shape;438;p10"/>
                        <p:cNvCxnSpPr/>
                        <p:nvPr/>
                      </p:nvCxnSpPr>
                      <p:spPr>
                        <a:xfrm flipH="1" rot="10800000">
                          <a:off x="3240" y="3862"/>
                          <a:ext cx="33" cy="1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439" name="Google Shape;439;p10"/>
                        <p:cNvCxnSpPr/>
                        <p:nvPr/>
                      </p:nvCxnSpPr>
                      <p:spPr>
                        <a:xfrm flipH="1" rot="10800000">
                          <a:off x="3273" y="3809"/>
                          <a:ext cx="67" cy="53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440" name="Google Shape;440;p10"/>
                      <p:cNvGrpSpPr/>
                      <p:nvPr/>
                    </p:nvGrpSpPr>
                    <p:grpSpPr>
                      <a:xfrm>
                        <a:off x="3277" y="3814"/>
                        <a:ext cx="100" cy="69"/>
                        <a:chOff x="3277" y="3814"/>
                        <a:chExt cx="100" cy="69"/>
                      </a:xfrm>
                    </p:grpSpPr>
                    <p:cxnSp>
                      <p:nvCxnSpPr>
                        <p:cNvPr id="441" name="Google Shape;441;p10"/>
                        <p:cNvCxnSpPr/>
                        <p:nvPr/>
                      </p:nvCxnSpPr>
                      <p:spPr>
                        <a:xfrm flipH="1" rot="10800000">
                          <a:off x="3277" y="3867"/>
                          <a:ext cx="33" cy="1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442" name="Google Shape;442;p10"/>
                        <p:cNvCxnSpPr/>
                        <p:nvPr/>
                      </p:nvCxnSpPr>
                      <p:spPr>
                        <a:xfrm flipH="1" rot="10800000">
                          <a:off x="3310" y="3814"/>
                          <a:ext cx="67" cy="53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443" name="Google Shape;443;p10"/>
                      <p:cNvGrpSpPr/>
                      <p:nvPr/>
                    </p:nvGrpSpPr>
                    <p:grpSpPr>
                      <a:xfrm>
                        <a:off x="3317" y="3816"/>
                        <a:ext cx="99" cy="69"/>
                        <a:chOff x="3317" y="3816"/>
                        <a:chExt cx="99" cy="69"/>
                      </a:xfrm>
                    </p:grpSpPr>
                    <p:cxnSp>
                      <p:nvCxnSpPr>
                        <p:cNvPr id="444" name="Google Shape;444;p10"/>
                        <p:cNvCxnSpPr/>
                        <p:nvPr/>
                      </p:nvCxnSpPr>
                      <p:spPr>
                        <a:xfrm flipH="1" rot="10800000">
                          <a:off x="3317" y="3869"/>
                          <a:ext cx="33" cy="1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445" name="Google Shape;445;p10"/>
                        <p:cNvCxnSpPr/>
                        <p:nvPr/>
                      </p:nvCxnSpPr>
                      <p:spPr>
                        <a:xfrm flipH="1" rot="10800000">
                          <a:off x="3350" y="3816"/>
                          <a:ext cx="66" cy="53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446" name="Google Shape;446;p10"/>
                      <p:cNvGrpSpPr/>
                      <p:nvPr/>
                    </p:nvGrpSpPr>
                    <p:grpSpPr>
                      <a:xfrm>
                        <a:off x="3355" y="3819"/>
                        <a:ext cx="100" cy="68"/>
                        <a:chOff x="3355" y="3819"/>
                        <a:chExt cx="100" cy="68"/>
                      </a:xfrm>
                    </p:grpSpPr>
                    <p:cxnSp>
                      <p:nvCxnSpPr>
                        <p:cNvPr id="447" name="Google Shape;447;p10"/>
                        <p:cNvCxnSpPr/>
                        <p:nvPr/>
                      </p:nvCxnSpPr>
                      <p:spPr>
                        <a:xfrm flipH="1" rot="10800000">
                          <a:off x="3355" y="3871"/>
                          <a:ext cx="32" cy="1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448" name="Google Shape;448;p10"/>
                        <p:cNvCxnSpPr/>
                        <p:nvPr/>
                      </p:nvCxnSpPr>
                      <p:spPr>
                        <a:xfrm flipH="1" rot="10800000">
                          <a:off x="3387" y="3819"/>
                          <a:ext cx="68" cy="52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449" name="Google Shape;449;p10"/>
                      <p:cNvGrpSpPr/>
                      <p:nvPr/>
                    </p:nvGrpSpPr>
                    <p:grpSpPr>
                      <a:xfrm>
                        <a:off x="3392" y="3822"/>
                        <a:ext cx="100" cy="69"/>
                        <a:chOff x="3392" y="3822"/>
                        <a:chExt cx="100" cy="69"/>
                      </a:xfrm>
                    </p:grpSpPr>
                    <p:cxnSp>
                      <p:nvCxnSpPr>
                        <p:cNvPr id="450" name="Google Shape;450;p10"/>
                        <p:cNvCxnSpPr/>
                        <p:nvPr/>
                      </p:nvCxnSpPr>
                      <p:spPr>
                        <a:xfrm flipH="1" rot="10800000">
                          <a:off x="3392" y="3875"/>
                          <a:ext cx="33" cy="1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451" name="Google Shape;451;p10"/>
                        <p:cNvCxnSpPr/>
                        <p:nvPr/>
                      </p:nvCxnSpPr>
                      <p:spPr>
                        <a:xfrm flipH="1" rot="10800000">
                          <a:off x="3425" y="3822"/>
                          <a:ext cx="67" cy="53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452" name="Google Shape;452;p10"/>
                      <p:cNvGrpSpPr/>
                      <p:nvPr/>
                    </p:nvGrpSpPr>
                    <p:grpSpPr>
                      <a:xfrm>
                        <a:off x="3428" y="3828"/>
                        <a:ext cx="99" cy="68"/>
                        <a:chOff x="3428" y="3828"/>
                        <a:chExt cx="99" cy="68"/>
                      </a:xfrm>
                    </p:grpSpPr>
                    <p:cxnSp>
                      <p:nvCxnSpPr>
                        <p:cNvPr id="453" name="Google Shape;453;p10"/>
                        <p:cNvCxnSpPr/>
                        <p:nvPr/>
                      </p:nvCxnSpPr>
                      <p:spPr>
                        <a:xfrm flipH="1" rot="10800000">
                          <a:off x="3428" y="3880"/>
                          <a:ext cx="32" cy="1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454" name="Google Shape;454;p10"/>
                        <p:cNvCxnSpPr/>
                        <p:nvPr/>
                      </p:nvCxnSpPr>
                      <p:spPr>
                        <a:xfrm flipH="1" rot="10800000">
                          <a:off x="3460" y="3828"/>
                          <a:ext cx="67" cy="52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455" name="Google Shape;455;p10"/>
                      <p:cNvGrpSpPr/>
                      <p:nvPr/>
                    </p:nvGrpSpPr>
                    <p:grpSpPr>
                      <a:xfrm>
                        <a:off x="3465" y="3833"/>
                        <a:ext cx="99" cy="68"/>
                        <a:chOff x="3465" y="3833"/>
                        <a:chExt cx="99" cy="68"/>
                      </a:xfrm>
                    </p:grpSpPr>
                    <p:cxnSp>
                      <p:nvCxnSpPr>
                        <p:cNvPr id="456" name="Google Shape;456;p10"/>
                        <p:cNvCxnSpPr/>
                        <p:nvPr/>
                      </p:nvCxnSpPr>
                      <p:spPr>
                        <a:xfrm flipH="1" rot="10800000">
                          <a:off x="3465" y="3885"/>
                          <a:ext cx="32" cy="1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457" name="Google Shape;457;p10"/>
                        <p:cNvCxnSpPr/>
                        <p:nvPr/>
                      </p:nvCxnSpPr>
                      <p:spPr>
                        <a:xfrm flipH="1" rot="10800000">
                          <a:off x="3497" y="3833"/>
                          <a:ext cx="67" cy="52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458" name="Google Shape;458;p10"/>
                      <p:cNvGrpSpPr/>
                      <p:nvPr/>
                    </p:nvGrpSpPr>
                    <p:grpSpPr>
                      <a:xfrm>
                        <a:off x="3502" y="3834"/>
                        <a:ext cx="101" cy="70"/>
                        <a:chOff x="3502" y="3834"/>
                        <a:chExt cx="101" cy="70"/>
                      </a:xfrm>
                    </p:grpSpPr>
                    <p:cxnSp>
                      <p:nvCxnSpPr>
                        <p:cNvPr id="459" name="Google Shape;459;p10"/>
                        <p:cNvCxnSpPr/>
                        <p:nvPr/>
                      </p:nvCxnSpPr>
                      <p:spPr>
                        <a:xfrm flipH="1" rot="10800000">
                          <a:off x="3502" y="3887"/>
                          <a:ext cx="33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460" name="Google Shape;460;p10"/>
                        <p:cNvCxnSpPr/>
                        <p:nvPr/>
                      </p:nvCxnSpPr>
                      <p:spPr>
                        <a:xfrm flipH="1" rot="10800000">
                          <a:off x="3535" y="3834"/>
                          <a:ext cx="68" cy="53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461" name="Google Shape;461;p10"/>
                      <p:cNvGrpSpPr/>
                      <p:nvPr/>
                    </p:nvGrpSpPr>
                    <p:grpSpPr>
                      <a:xfrm>
                        <a:off x="3539" y="3837"/>
                        <a:ext cx="100" cy="68"/>
                        <a:chOff x="3539" y="3837"/>
                        <a:chExt cx="100" cy="68"/>
                      </a:xfrm>
                    </p:grpSpPr>
                    <p:cxnSp>
                      <p:nvCxnSpPr>
                        <p:cNvPr id="462" name="Google Shape;462;p10"/>
                        <p:cNvCxnSpPr/>
                        <p:nvPr/>
                      </p:nvCxnSpPr>
                      <p:spPr>
                        <a:xfrm flipH="1" rot="10800000">
                          <a:off x="3539" y="3889"/>
                          <a:ext cx="32" cy="1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463" name="Google Shape;463;p10"/>
                        <p:cNvCxnSpPr/>
                        <p:nvPr/>
                      </p:nvCxnSpPr>
                      <p:spPr>
                        <a:xfrm flipH="1" rot="10800000">
                          <a:off x="3571" y="3837"/>
                          <a:ext cx="68" cy="52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</p:grpSp>
                <p:grpSp>
                  <p:nvGrpSpPr>
                    <p:cNvPr id="464" name="Google Shape;464;p10"/>
                    <p:cNvGrpSpPr/>
                    <p:nvPr/>
                  </p:nvGrpSpPr>
                  <p:grpSpPr>
                    <a:xfrm>
                      <a:off x="3655" y="3849"/>
                      <a:ext cx="144" cy="78"/>
                      <a:chOff x="3655" y="3849"/>
                      <a:chExt cx="144" cy="78"/>
                    </a:xfrm>
                  </p:grpSpPr>
                  <p:grpSp>
                    <p:nvGrpSpPr>
                      <p:cNvPr id="465" name="Google Shape;465;p10"/>
                      <p:cNvGrpSpPr/>
                      <p:nvPr/>
                    </p:nvGrpSpPr>
                    <p:grpSpPr>
                      <a:xfrm>
                        <a:off x="3715" y="3853"/>
                        <a:ext cx="84" cy="74"/>
                        <a:chOff x="3715" y="3853"/>
                        <a:chExt cx="84" cy="74"/>
                      </a:xfrm>
                    </p:grpSpPr>
                    <p:cxnSp>
                      <p:nvCxnSpPr>
                        <p:cNvPr id="466" name="Google Shape;466;p10"/>
                        <p:cNvCxnSpPr/>
                        <p:nvPr/>
                      </p:nvCxnSpPr>
                      <p:spPr>
                        <a:xfrm flipH="1" rot="10800000">
                          <a:off x="3715" y="3908"/>
                          <a:ext cx="29" cy="19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467" name="Google Shape;467;p10"/>
                        <p:cNvCxnSpPr/>
                        <p:nvPr/>
                      </p:nvCxnSpPr>
                      <p:spPr>
                        <a:xfrm flipH="1" rot="10800000">
                          <a:off x="3744" y="3853"/>
                          <a:ext cx="55" cy="5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468" name="Google Shape;468;p10"/>
                      <p:cNvGrpSpPr/>
                      <p:nvPr/>
                    </p:nvGrpSpPr>
                    <p:grpSpPr>
                      <a:xfrm>
                        <a:off x="3685" y="3850"/>
                        <a:ext cx="86" cy="75"/>
                        <a:chOff x="3685" y="3850"/>
                        <a:chExt cx="86" cy="75"/>
                      </a:xfrm>
                    </p:grpSpPr>
                    <p:cxnSp>
                      <p:nvCxnSpPr>
                        <p:cNvPr id="469" name="Google Shape;469;p10"/>
                        <p:cNvCxnSpPr/>
                        <p:nvPr/>
                      </p:nvCxnSpPr>
                      <p:spPr>
                        <a:xfrm flipH="1" rot="10800000">
                          <a:off x="3685" y="3905"/>
                          <a:ext cx="28" cy="20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470" name="Google Shape;470;p10"/>
                        <p:cNvCxnSpPr/>
                        <p:nvPr/>
                      </p:nvCxnSpPr>
                      <p:spPr>
                        <a:xfrm flipH="1" rot="10800000">
                          <a:off x="3713" y="3850"/>
                          <a:ext cx="58" cy="5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471" name="Google Shape;471;p10"/>
                      <p:cNvGrpSpPr/>
                      <p:nvPr/>
                    </p:nvGrpSpPr>
                    <p:grpSpPr>
                      <a:xfrm>
                        <a:off x="3655" y="3849"/>
                        <a:ext cx="83" cy="73"/>
                        <a:chOff x="3655" y="3849"/>
                        <a:chExt cx="83" cy="73"/>
                      </a:xfrm>
                    </p:grpSpPr>
                    <p:cxnSp>
                      <p:nvCxnSpPr>
                        <p:cNvPr id="472" name="Google Shape;472;p10"/>
                        <p:cNvCxnSpPr/>
                        <p:nvPr/>
                      </p:nvCxnSpPr>
                      <p:spPr>
                        <a:xfrm flipH="1" rot="10800000">
                          <a:off x="3655" y="3902"/>
                          <a:ext cx="29" cy="20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473" name="Google Shape;473;p10"/>
                        <p:cNvCxnSpPr/>
                        <p:nvPr/>
                      </p:nvCxnSpPr>
                      <p:spPr>
                        <a:xfrm flipH="1" rot="10800000">
                          <a:off x="3684" y="3849"/>
                          <a:ext cx="54" cy="53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</p:grpSp>
                <p:cxnSp>
                  <p:nvCxnSpPr>
                    <p:cNvPr id="474" name="Google Shape;474;p10"/>
                    <p:cNvCxnSpPr/>
                    <p:nvPr/>
                  </p:nvCxnSpPr>
                  <p:spPr>
                    <a:xfrm>
                      <a:off x="3196" y="3824"/>
                      <a:ext cx="608" cy="55"/>
                    </a:xfrm>
                    <a:prstGeom prst="straightConnector1">
                      <a:avLst/>
                    </a:prstGeom>
                    <a:noFill/>
                    <a:ln cap="flat" cmpd="sng" w="12700">
                      <a:solidFill>
                        <a:srgbClr val="DFDFDF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475" name="Google Shape;475;p10"/>
                    <p:cNvCxnSpPr/>
                    <p:nvPr/>
                  </p:nvCxnSpPr>
                  <p:spPr>
                    <a:xfrm>
                      <a:off x="3174" y="3838"/>
                      <a:ext cx="620" cy="57"/>
                    </a:xfrm>
                    <a:prstGeom prst="straightConnector1">
                      <a:avLst/>
                    </a:prstGeom>
                    <a:noFill/>
                    <a:ln cap="flat" cmpd="sng" w="12700">
                      <a:solidFill>
                        <a:srgbClr val="DFDFDF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476" name="Google Shape;476;p10"/>
                    <p:cNvCxnSpPr/>
                    <p:nvPr/>
                  </p:nvCxnSpPr>
                  <p:spPr>
                    <a:xfrm>
                      <a:off x="3151" y="3853"/>
                      <a:ext cx="626" cy="61"/>
                    </a:xfrm>
                    <a:prstGeom prst="straightConnector1">
                      <a:avLst/>
                    </a:prstGeom>
                    <a:noFill/>
                    <a:ln cap="flat" cmpd="sng" w="12700">
                      <a:solidFill>
                        <a:srgbClr val="DFDFDF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477" name="Google Shape;477;p10"/>
                <p:cNvGrpSpPr/>
                <p:nvPr/>
              </p:nvGrpSpPr>
              <p:grpSpPr>
                <a:xfrm>
                  <a:off x="3785" y="3865"/>
                  <a:ext cx="89" cy="86"/>
                  <a:chOff x="3785" y="3865"/>
                  <a:chExt cx="89" cy="86"/>
                </a:xfrm>
              </p:grpSpPr>
              <p:cxnSp>
                <p:nvCxnSpPr>
                  <p:cNvPr id="478" name="Google Shape;478;p10"/>
                  <p:cNvCxnSpPr/>
                  <p:nvPr/>
                </p:nvCxnSpPr>
                <p:spPr>
                  <a:xfrm flipH="1" rot="10800000">
                    <a:off x="3785" y="3914"/>
                    <a:ext cx="47" cy="37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79" name="Google Shape;479;p10"/>
                  <p:cNvCxnSpPr/>
                  <p:nvPr/>
                </p:nvCxnSpPr>
                <p:spPr>
                  <a:xfrm flipH="1" rot="10800000">
                    <a:off x="3832" y="3865"/>
                    <a:ext cx="42" cy="49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graphicFrame>
        <p:nvGraphicFramePr>
          <p:cNvPr id="480" name="Google Shape;480;p10"/>
          <p:cNvGraphicFramePr/>
          <p:nvPr/>
        </p:nvGraphicFramePr>
        <p:xfrm>
          <a:off x="2743200" y="4779962"/>
          <a:ext cx="1857375" cy="1309687"/>
        </p:xfrm>
        <a:graphic>
          <a:graphicData uri="http://schemas.openxmlformats.org/presentationml/2006/ole">
            <mc:AlternateContent>
              <mc:Choice Requires="v">
                <p:oleObj r:id="rId4" imgH="1309687" imgW="1857375" progId="MS_ClipArt_Gallery" spid="_x0000_s1">
                  <p:embed/>
                </p:oleObj>
              </mc:Choice>
              <mc:Fallback>
                <p:oleObj r:id="rId5" imgH="1309687" imgW="1857375" progId="MS_ClipArt_Gallery">
                  <p:embed/>
                  <p:pic>
                    <p:nvPicPr>
                      <p:cNvPr id="480" name="Google Shape;480;p1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743200" y="4779962"/>
                        <a:ext cx="1857375" cy="1309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" name="Google Shape;481;p10"/>
          <p:cNvGrpSpPr/>
          <p:nvPr/>
        </p:nvGrpSpPr>
        <p:grpSpPr>
          <a:xfrm>
            <a:off x="849312" y="4803775"/>
            <a:ext cx="1762125" cy="1370012"/>
            <a:chOff x="535" y="3026"/>
            <a:chExt cx="1110" cy="863"/>
          </a:xfrm>
        </p:grpSpPr>
        <p:sp>
          <p:nvSpPr>
            <p:cNvPr id="482" name="Google Shape;482;p10"/>
            <p:cNvSpPr/>
            <p:nvPr/>
          </p:nvSpPr>
          <p:spPr>
            <a:xfrm>
              <a:off x="535" y="3690"/>
              <a:ext cx="109" cy="65"/>
            </a:xfrm>
            <a:custGeom>
              <a:rect b="b" l="l" r="r" t="t"/>
              <a:pathLst>
                <a:path extrusionOk="0" h="65" w="109">
                  <a:moveTo>
                    <a:pt x="106" y="0"/>
                  </a:moveTo>
                  <a:lnTo>
                    <a:pt x="82" y="0"/>
                  </a:lnTo>
                  <a:lnTo>
                    <a:pt x="68" y="1"/>
                  </a:lnTo>
                  <a:lnTo>
                    <a:pt x="54" y="3"/>
                  </a:lnTo>
                  <a:lnTo>
                    <a:pt x="38" y="6"/>
                  </a:lnTo>
                  <a:lnTo>
                    <a:pt x="25" y="10"/>
                  </a:lnTo>
                  <a:lnTo>
                    <a:pt x="17" y="13"/>
                  </a:lnTo>
                  <a:lnTo>
                    <a:pt x="11" y="16"/>
                  </a:lnTo>
                  <a:lnTo>
                    <a:pt x="6" y="20"/>
                  </a:lnTo>
                  <a:lnTo>
                    <a:pt x="2" y="24"/>
                  </a:lnTo>
                  <a:lnTo>
                    <a:pt x="0" y="29"/>
                  </a:lnTo>
                  <a:lnTo>
                    <a:pt x="1" y="34"/>
                  </a:lnTo>
                  <a:lnTo>
                    <a:pt x="4" y="38"/>
                  </a:lnTo>
                  <a:lnTo>
                    <a:pt x="8" y="41"/>
                  </a:lnTo>
                  <a:lnTo>
                    <a:pt x="15" y="42"/>
                  </a:lnTo>
                  <a:lnTo>
                    <a:pt x="24" y="42"/>
                  </a:lnTo>
                  <a:lnTo>
                    <a:pt x="34" y="41"/>
                  </a:lnTo>
                  <a:lnTo>
                    <a:pt x="46" y="40"/>
                  </a:lnTo>
                  <a:lnTo>
                    <a:pt x="57" y="41"/>
                  </a:lnTo>
                  <a:lnTo>
                    <a:pt x="66" y="42"/>
                  </a:lnTo>
                  <a:lnTo>
                    <a:pt x="74" y="44"/>
                  </a:lnTo>
                  <a:lnTo>
                    <a:pt x="83" y="48"/>
                  </a:lnTo>
                  <a:lnTo>
                    <a:pt x="108" y="64"/>
                  </a:lnTo>
                  <a:lnTo>
                    <a:pt x="107" y="64"/>
                  </a:lnTo>
                  <a:lnTo>
                    <a:pt x="108" y="63"/>
                  </a:lnTo>
                </a:path>
              </a:pathLst>
            </a:custGeom>
            <a:noFill/>
            <a:ln cap="rnd" cmpd="sng" w="254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83" name="Google Shape;483;p10"/>
            <p:cNvGrpSpPr/>
            <p:nvPr/>
          </p:nvGrpSpPr>
          <p:grpSpPr>
            <a:xfrm>
              <a:off x="628" y="3508"/>
              <a:ext cx="864" cy="292"/>
              <a:chOff x="628" y="3508"/>
              <a:chExt cx="864" cy="292"/>
            </a:xfrm>
          </p:grpSpPr>
          <p:sp>
            <p:nvSpPr>
              <p:cNvPr id="484" name="Google Shape;484;p10"/>
              <p:cNvSpPr/>
              <p:nvPr/>
            </p:nvSpPr>
            <p:spPr>
              <a:xfrm>
                <a:off x="634" y="3658"/>
                <a:ext cx="858" cy="142"/>
              </a:xfrm>
              <a:custGeom>
                <a:rect b="b" l="l" r="r" t="t"/>
                <a:pathLst>
                  <a:path extrusionOk="0" h="142" w="858">
                    <a:moveTo>
                      <a:pt x="0" y="9"/>
                    </a:moveTo>
                    <a:lnTo>
                      <a:pt x="0" y="70"/>
                    </a:lnTo>
                    <a:lnTo>
                      <a:pt x="696" y="141"/>
                    </a:lnTo>
                    <a:lnTo>
                      <a:pt x="857" y="55"/>
                    </a:lnTo>
                    <a:lnTo>
                      <a:pt x="857" y="0"/>
                    </a:lnTo>
                    <a:lnTo>
                      <a:pt x="690" y="74"/>
                    </a:lnTo>
                    <a:lnTo>
                      <a:pt x="0" y="9"/>
                    </a:lnTo>
                  </a:path>
                </a:pathLst>
              </a:custGeom>
              <a:solidFill>
                <a:srgbClr val="9F9F9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85" name="Google Shape;485;p10"/>
              <p:cNvSpPr/>
              <p:nvPr/>
            </p:nvSpPr>
            <p:spPr>
              <a:xfrm>
                <a:off x="628" y="3508"/>
                <a:ext cx="698" cy="223"/>
              </a:xfrm>
              <a:custGeom>
                <a:rect b="b" l="l" r="r" t="t"/>
                <a:pathLst>
                  <a:path extrusionOk="0" h="223" w="698">
                    <a:moveTo>
                      <a:pt x="0" y="0"/>
                    </a:moveTo>
                    <a:lnTo>
                      <a:pt x="697" y="48"/>
                    </a:lnTo>
                    <a:lnTo>
                      <a:pt x="697" y="222"/>
                    </a:lnTo>
                    <a:lnTo>
                      <a:pt x="0" y="155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0C0C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486" name="Google Shape;486;p10"/>
              <p:cNvGrpSpPr/>
              <p:nvPr/>
            </p:nvGrpSpPr>
            <p:grpSpPr>
              <a:xfrm>
                <a:off x="630" y="3549"/>
                <a:ext cx="704" cy="92"/>
                <a:chOff x="630" y="3549"/>
                <a:chExt cx="704" cy="92"/>
              </a:xfrm>
            </p:grpSpPr>
            <p:cxnSp>
              <p:nvCxnSpPr>
                <p:cNvPr id="487" name="Google Shape;487;p10"/>
                <p:cNvCxnSpPr/>
                <p:nvPr/>
              </p:nvCxnSpPr>
              <p:spPr>
                <a:xfrm>
                  <a:off x="630" y="3549"/>
                  <a:ext cx="703" cy="54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88" name="Google Shape;488;p10"/>
                <p:cNvCxnSpPr/>
                <p:nvPr/>
              </p:nvCxnSpPr>
              <p:spPr>
                <a:xfrm>
                  <a:off x="1146" y="3592"/>
                  <a:ext cx="147" cy="1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89" name="Google Shape;489;p10"/>
                <p:cNvCxnSpPr/>
                <p:nvPr/>
              </p:nvCxnSpPr>
              <p:spPr>
                <a:xfrm>
                  <a:off x="973" y="3579"/>
                  <a:ext cx="148" cy="1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90" name="Google Shape;490;p10"/>
                <p:cNvCxnSpPr/>
                <p:nvPr/>
              </p:nvCxnSpPr>
              <p:spPr>
                <a:xfrm>
                  <a:off x="630" y="3580"/>
                  <a:ext cx="704" cy="61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491" name="Google Shape;491;p10"/>
            <p:cNvGrpSpPr/>
            <p:nvPr/>
          </p:nvGrpSpPr>
          <p:grpSpPr>
            <a:xfrm>
              <a:off x="628" y="3476"/>
              <a:ext cx="866" cy="75"/>
              <a:chOff x="628" y="3476"/>
              <a:chExt cx="866" cy="75"/>
            </a:xfrm>
          </p:grpSpPr>
          <p:sp>
            <p:nvSpPr>
              <p:cNvPr id="492" name="Google Shape;492;p10"/>
              <p:cNvSpPr/>
              <p:nvPr/>
            </p:nvSpPr>
            <p:spPr>
              <a:xfrm>
                <a:off x="628" y="3476"/>
                <a:ext cx="866" cy="75"/>
              </a:xfrm>
              <a:custGeom>
                <a:rect b="b" l="l" r="r" t="t"/>
                <a:pathLst>
                  <a:path extrusionOk="0" h="75" w="866">
                    <a:moveTo>
                      <a:pt x="0" y="29"/>
                    </a:moveTo>
                    <a:lnTo>
                      <a:pt x="699" y="74"/>
                    </a:lnTo>
                    <a:lnTo>
                      <a:pt x="865" y="31"/>
                    </a:lnTo>
                    <a:lnTo>
                      <a:pt x="807" y="25"/>
                    </a:lnTo>
                    <a:lnTo>
                      <a:pt x="267" y="0"/>
                    </a:lnTo>
                    <a:lnTo>
                      <a:pt x="0" y="29"/>
                    </a:lnTo>
                  </a:path>
                </a:pathLst>
              </a:custGeom>
              <a:solidFill>
                <a:srgbClr val="DFDFD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93" name="Google Shape;493;p10"/>
              <p:cNvSpPr/>
              <p:nvPr/>
            </p:nvSpPr>
            <p:spPr>
              <a:xfrm>
                <a:off x="827" y="3493"/>
                <a:ext cx="634" cy="46"/>
              </a:xfrm>
              <a:custGeom>
                <a:rect b="b" l="l" r="r" t="t"/>
                <a:pathLst>
                  <a:path extrusionOk="0" h="46" w="634">
                    <a:moveTo>
                      <a:pt x="51" y="0"/>
                    </a:moveTo>
                    <a:lnTo>
                      <a:pt x="0" y="17"/>
                    </a:lnTo>
                    <a:lnTo>
                      <a:pt x="511" y="45"/>
                    </a:lnTo>
                    <a:lnTo>
                      <a:pt x="594" y="25"/>
                    </a:lnTo>
                    <a:lnTo>
                      <a:pt x="588" y="22"/>
                    </a:lnTo>
                    <a:lnTo>
                      <a:pt x="633" y="11"/>
                    </a:lnTo>
                    <a:lnTo>
                      <a:pt x="605" y="9"/>
                    </a:lnTo>
                    <a:lnTo>
                      <a:pt x="51" y="0"/>
                    </a:lnTo>
                  </a:path>
                </a:pathLst>
              </a:custGeom>
              <a:solidFill>
                <a:srgbClr val="5F5F5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494" name="Google Shape;494;p10"/>
            <p:cNvGrpSpPr/>
            <p:nvPr/>
          </p:nvGrpSpPr>
          <p:grpSpPr>
            <a:xfrm>
              <a:off x="1340" y="3036"/>
              <a:ext cx="158" cy="492"/>
              <a:chOff x="1340" y="3036"/>
              <a:chExt cx="158" cy="492"/>
            </a:xfrm>
          </p:grpSpPr>
          <p:grpSp>
            <p:nvGrpSpPr>
              <p:cNvPr id="495" name="Google Shape;495;p10"/>
              <p:cNvGrpSpPr/>
              <p:nvPr/>
            </p:nvGrpSpPr>
            <p:grpSpPr>
              <a:xfrm>
                <a:off x="1402" y="3099"/>
                <a:ext cx="96" cy="412"/>
                <a:chOff x="1402" y="3099"/>
                <a:chExt cx="96" cy="412"/>
              </a:xfrm>
            </p:grpSpPr>
            <p:sp>
              <p:nvSpPr>
                <p:cNvPr id="496" name="Google Shape;496;p10"/>
                <p:cNvSpPr/>
                <p:nvPr/>
              </p:nvSpPr>
              <p:spPr>
                <a:xfrm>
                  <a:off x="1402" y="3099"/>
                  <a:ext cx="90" cy="412"/>
                </a:xfrm>
                <a:custGeom>
                  <a:rect b="b" l="l" r="r" t="t"/>
                  <a:pathLst>
                    <a:path extrusionOk="0" h="412" w="90">
                      <a:moveTo>
                        <a:pt x="8" y="0"/>
                      </a:moveTo>
                      <a:lnTo>
                        <a:pt x="89" y="34"/>
                      </a:lnTo>
                      <a:lnTo>
                        <a:pt x="82" y="194"/>
                      </a:lnTo>
                      <a:lnTo>
                        <a:pt x="73" y="386"/>
                      </a:lnTo>
                      <a:lnTo>
                        <a:pt x="0" y="411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rgbClr val="9F9F9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grpSp>
              <p:nvGrpSpPr>
                <p:cNvPr id="497" name="Google Shape;497;p10"/>
                <p:cNvGrpSpPr/>
                <p:nvPr/>
              </p:nvGrpSpPr>
              <p:grpSpPr>
                <a:xfrm>
                  <a:off x="1402" y="3117"/>
                  <a:ext cx="96" cy="352"/>
                  <a:chOff x="1402" y="3117"/>
                  <a:chExt cx="96" cy="352"/>
                </a:xfrm>
              </p:grpSpPr>
              <p:grpSp>
                <p:nvGrpSpPr>
                  <p:cNvPr id="498" name="Google Shape;498;p10"/>
                  <p:cNvGrpSpPr/>
                  <p:nvPr/>
                </p:nvGrpSpPr>
                <p:grpSpPr>
                  <a:xfrm>
                    <a:off x="1402" y="3117"/>
                    <a:ext cx="96" cy="352"/>
                    <a:chOff x="1402" y="3117"/>
                    <a:chExt cx="96" cy="352"/>
                  </a:xfrm>
                </p:grpSpPr>
                <p:grpSp>
                  <p:nvGrpSpPr>
                    <p:cNvPr id="499" name="Google Shape;499;p10"/>
                    <p:cNvGrpSpPr/>
                    <p:nvPr/>
                  </p:nvGrpSpPr>
                  <p:grpSpPr>
                    <a:xfrm>
                      <a:off x="1402" y="3117"/>
                      <a:ext cx="96" cy="211"/>
                      <a:chOff x="1402" y="3117"/>
                      <a:chExt cx="96" cy="211"/>
                    </a:xfrm>
                  </p:grpSpPr>
                  <p:grpSp>
                    <p:nvGrpSpPr>
                      <p:cNvPr id="500" name="Google Shape;500;p10"/>
                      <p:cNvGrpSpPr/>
                      <p:nvPr/>
                    </p:nvGrpSpPr>
                    <p:grpSpPr>
                      <a:xfrm>
                        <a:off x="1409" y="3117"/>
                        <a:ext cx="89" cy="113"/>
                        <a:chOff x="1409" y="3117"/>
                        <a:chExt cx="89" cy="113"/>
                      </a:xfrm>
                    </p:grpSpPr>
                    <p:cxnSp>
                      <p:nvCxnSpPr>
                        <p:cNvPr id="501" name="Google Shape;501;p10"/>
                        <p:cNvCxnSpPr/>
                        <p:nvPr/>
                      </p:nvCxnSpPr>
                      <p:spPr>
                        <a:xfrm>
                          <a:off x="1412" y="3117"/>
                          <a:ext cx="86" cy="33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502" name="Google Shape;502;p10"/>
                        <p:cNvCxnSpPr/>
                        <p:nvPr/>
                      </p:nvCxnSpPr>
                      <p:spPr>
                        <a:xfrm>
                          <a:off x="1410" y="3135"/>
                          <a:ext cx="86" cy="30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503" name="Google Shape;503;p10"/>
                        <p:cNvCxnSpPr/>
                        <p:nvPr/>
                      </p:nvCxnSpPr>
                      <p:spPr>
                        <a:xfrm>
                          <a:off x="1411" y="3154"/>
                          <a:ext cx="85" cy="28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504" name="Google Shape;504;p10"/>
                        <p:cNvCxnSpPr/>
                        <p:nvPr/>
                      </p:nvCxnSpPr>
                      <p:spPr>
                        <a:xfrm>
                          <a:off x="1410" y="3172"/>
                          <a:ext cx="86" cy="2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505" name="Google Shape;505;p10"/>
                        <p:cNvCxnSpPr/>
                        <p:nvPr/>
                      </p:nvCxnSpPr>
                      <p:spPr>
                        <a:xfrm>
                          <a:off x="1409" y="3190"/>
                          <a:ext cx="86" cy="24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506" name="Google Shape;506;p10"/>
                        <p:cNvCxnSpPr/>
                        <p:nvPr/>
                      </p:nvCxnSpPr>
                      <p:spPr>
                        <a:xfrm>
                          <a:off x="1409" y="3208"/>
                          <a:ext cx="85" cy="22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7F7F7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cxnSp>
                    <p:nvCxnSpPr>
                      <p:cNvPr id="507" name="Google Shape;507;p10"/>
                      <p:cNvCxnSpPr/>
                      <p:nvPr/>
                    </p:nvCxnSpPr>
                    <p:spPr>
                      <a:xfrm>
                        <a:off x="1402" y="3245"/>
                        <a:ext cx="89" cy="18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508" name="Google Shape;508;p10"/>
                      <p:cNvCxnSpPr/>
                      <p:nvPr/>
                    </p:nvCxnSpPr>
                    <p:spPr>
                      <a:xfrm>
                        <a:off x="1403" y="3263"/>
                        <a:ext cx="87" cy="15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509" name="Google Shape;509;p10"/>
                      <p:cNvCxnSpPr/>
                      <p:nvPr/>
                    </p:nvCxnSpPr>
                    <p:spPr>
                      <a:xfrm>
                        <a:off x="1402" y="3282"/>
                        <a:ext cx="87" cy="13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510" name="Google Shape;510;p10"/>
                      <p:cNvCxnSpPr/>
                      <p:nvPr/>
                    </p:nvCxnSpPr>
                    <p:spPr>
                      <a:xfrm>
                        <a:off x="1403" y="3301"/>
                        <a:ext cx="86" cy="10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511" name="Google Shape;511;p10"/>
                      <p:cNvCxnSpPr/>
                      <p:nvPr/>
                    </p:nvCxnSpPr>
                    <p:spPr>
                      <a:xfrm>
                        <a:off x="1404" y="3320"/>
                        <a:ext cx="85" cy="8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</p:grpSp>
                <p:grpSp>
                  <p:nvGrpSpPr>
                    <p:cNvPr id="512" name="Google Shape;512;p10"/>
                    <p:cNvGrpSpPr/>
                    <p:nvPr/>
                  </p:nvGrpSpPr>
                  <p:grpSpPr>
                    <a:xfrm>
                      <a:off x="1403" y="3339"/>
                      <a:ext cx="84" cy="130"/>
                      <a:chOff x="1403" y="3339"/>
                      <a:chExt cx="84" cy="130"/>
                    </a:xfrm>
                  </p:grpSpPr>
                  <p:cxnSp>
                    <p:nvCxnSpPr>
                      <p:cNvPr id="513" name="Google Shape;513;p10"/>
                      <p:cNvCxnSpPr/>
                      <p:nvPr/>
                    </p:nvCxnSpPr>
                    <p:spPr>
                      <a:xfrm>
                        <a:off x="1404" y="3339"/>
                        <a:ext cx="83" cy="5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514" name="Google Shape;514;p10"/>
                      <p:cNvCxnSpPr/>
                      <p:nvPr/>
                    </p:nvCxnSpPr>
                    <p:spPr>
                      <a:xfrm>
                        <a:off x="1405" y="3357"/>
                        <a:ext cx="81" cy="3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515" name="Google Shape;515;p10"/>
                      <p:cNvCxnSpPr/>
                      <p:nvPr/>
                    </p:nvCxnSpPr>
                    <p:spPr>
                      <a:xfrm>
                        <a:off x="1404" y="3377"/>
                        <a:ext cx="81" cy="0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516" name="Google Shape;516;p10"/>
                      <p:cNvCxnSpPr/>
                      <p:nvPr/>
                    </p:nvCxnSpPr>
                    <p:spPr>
                      <a:xfrm flipH="1" rot="10800000">
                        <a:off x="1404" y="3393"/>
                        <a:ext cx="81" cy="2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517" name="Google Shape;517;p10"/>
                      <p:cNvCxnSpPr/>
                      <p:nvPr/>
                    </p:nvCxnSpPr>
                    <p:spPr>
                      <a:xfrm flipH="1" rot="10800000">
                        <a:off x="1404" y="3409"/>
                        <a:ext cx="79" cy="4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518" name="Google Shape;518;p10"/>
                      <p:cNvCxnSpPr/>
                      <p:nvPr/>
                    </p:nvCxnSpPr>
                    <p:spPr>
                      <a:xfrm flipH="1" rot="10800000">
                        <a:off x="1404" y="3426"/>
                        <a:ext cx="79" cy="6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519" name="Google Shape;519;p10"/>
                      <p:cNvCxnSpPr/>
                      <p:nvPr/>
                    </p:nvCxnSpPr>
                    <p:spPr>
                      <a:xfrm flipH="1" rot="10800000">
                        <a:off x="1403" y="3441"/>
                        <a:ext cx="80" cy="9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  <p:cxnSp>
                    <p:nvCxnSpPr>
                      <p:cNvPr id="520" name="Google Shape;520;p10"/>
                      <p:cNvCxnSpPr/>
                      <p:nvPr/>
                    </p:nvCxnSpPr>
                    <p:spPr>
                      <a:xfrm flipH="1" rot="10800000">
                        <a:off x="1404" y="3458"/>
                        <a:ext cx="77" cy="11"/>
                      </a:xfrm>
                      <a:prstGeom prst="straightConnector1">
                        <a:avLst/>
                      </a:prstGeom>
                      <a:noFill/>
                      <a:ln cap="flat" cmpd="sng" w="12700">
                        <a:solidFill>
                          <a:srgbClr val="7F7F7F"/>
                        </a:solidFill>
                        <a:prstDash val="solid"/>
                        <a:miter lim="800000"/>
                        <a:headEnd len="med" w="med" type="none"/>
                        <a:tailEnd len="med" w="med" type="none"/>
                      </a:ln>
                    </p:spPr>
                  </p:cxnSp>
                </p:grpSp>
              </p:grpSp>
              <p:cxnSp>
                <p:nvCxnSpPr>
                  <p:cNvPr id="521" name="Google Shape;521;p10"/>
                  <p:cNvCxnSpPr/>
                  <p:nvPr/>
                </p:nvCxnSpPr>
                <p:spPr>
                  <a:xfrm>
                    <a:off x="1407" y="3227"/>
                    <a:ext cx="85" cy="19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7F7F7F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</p:grpSp>
          <p:grpSp>
            <p:nvGrpSpPr>
              <p:cNvPr id="522" name="Google Shape;522;p10"/>
              <p:cNvGrpSpPr/>
              <p:nvPr/>
            </p:nvGrpSpPr>
            <p:grpSpPr>
              <a:xfrm>
                <a:off x="1340" y="3036"/>
                <a:ext cx="78" cy="492"/>
                <a:chOff x="1340" y="3036"/>
                <a:chExt cx="78" cy="492"/>
              </a:xfrm>
            </p:grpSpPr>
            <p:sp>
              <p:nvSpPr>
                <p:cNvPr id="523" name="Google Shape;523;p10"/>
                <p:cNvSpPr/>
                <p:nvPr/>
              </p:nvSpPr>
              <p:spPr>
                <a:xfrm>
                  <a:off x="1340" y="3036"/>
                  <a:ext cx="78" cy="492"/>
                </a:xfrm>
                <a:custGeom>
                  <a:rect b="b" l="l" r="r" t="t"/>
                  <a:pathLst>
                    <a:path extrusionOk="0" h="492" w="78">
                      <a:moveTo>
                        <a:pt x="18" y="0"/>
                      </a:moveTo>
                      <a:lnTo>
                        <a:pt x="72" y="25"/>
                      </a:lnTo>
                      <a:lnTo>
                        <a:pt x="77" y="31"/>
                      </a:lnTo>
                      <a:lnTo>
                        <a:pt x="61" y="471"/>
                      </a:lnTo>
                      <a:lnTo>
                        <a:pt x="53" y="477"/>
                      </a:lnTo>
                      <a:lnTo>
                        <a:pt x="0" y="491"/>
                      </a:lnTo>
                      <a:lnTo>
                        <a:pt x="6" y="483"/>
                      </a:lnTo>
                      <a:lnTo>
                        <a:pt x="7" y="477"/>
                      </a:lnTo>
                      <a:lnTo>
                        <a:pt x="18" y="0"/>
                      </a:lnTo>
                    </a:path>
                  </a:pathLst>
                </a:cu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524" name="Google Shape;524;p10"/>
                <p:cNvSpPr/>
                <p:nvPr/>
              </p:nvSpPr>
              <p:spPr>
                <a:xfrm>
                  <a:off x="1414" y="3061"/>
                  <a:ext cx="4" cy="6"/>
                </a:xfrm>
                <a:custGeom>
                  <a:rect b="b" l="l" r="r" t="t"/>
                  <a:pathLst>
                    <a:path extrusionOk="0" fill="none" h="21600" w="21252">
                      <a:moveTo>
                        <a:pt x="0" y="0"/>
                      </a:moveTo>
                      <a:cubicBezTo>
                        <a:pt x="10438" y="0"/>
                        <a:pt x="19384" y="7465"/>
                        <a:pt x="21251" y="17736"/>
                      </a:cubicBezTo>
                    </a:path>
                    <a:path extrusionOk="0" h="21600" w="21252">
                      <a:moveTo>
                        <a:pt x="0" y="0"/>
                      </a:moveTo>
                      <a:cubicBezTo>
                        <a:pt x="10438" y="0"/>
                        <a:pt x="19384" y="7465"/>
                        <a:pt x="21251" y="17736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</p:grpSp>
        <p:grpSp>
          <p:nvGrpSpPr>
            <p:cNvPr id="525" name="Google Shape;525;p10"/>
            <p:cNvGrpSpPr/>
            <p:nvPr/>
          </p:nvGrpSpPr>
          <p:grpSpPr>
            <a:xfrm>
              <a:off x="1373" y="3788"/>
              <a:ext cx="272" cy="101"/>
              <a:chOff x="1373" y="3788"/>
              <a:chExt cx="272" cy="101"/>
            </a:xfrm>
          </p:grpSpPr>
          <p:sp>
            <p:nvSpPr>
              <p:cNvPr id="526" name="Google Shape;526;p10"/>
              <p:cNvSpPr/>
              <p:nvPr/>
            </p:nvSpPr>
            <p:spPr>
              <a:xfrm>
                <a:off x="1373" y="3788"/>
                <a:ext cx="272" cy="71"/>
              </a:xfrm>
              <a:custGeom>
                <a:rect b="b" l="l" r="r" t="t"/>
                <a:pathLst>
                  <a:path extrusionOk="0" h="71" w="272">
                    <a:moveTo>
                      <a:pt x="0" y="0"/>
                    </a:moveTo>
                    <a:lnTo>
                      <a:pt x="50" y="3"/>
                    </a:lnTo>
                    <a:lnTo>
                      <a:pt x="88" y="5"/>
                    </a:lnTo>
                    <a:lnTo>
                      <a:pt x="121" y="9"/>
                    </a:lnTo>
                    <a:lnTo>
                      <a:pt x="155" y="13"/>
                    </a:lnTo>
                    <a:lnTo>
                      <a:pt x="178" y="16"/>
                    </a:lnTo>
                    <a:lnTo>
                      <a:pt x="207" y="21"/>
                    </a:lnTo>
                    <a:lnTo>
                      <a:pt x="223" y="24"/>
                    </a:lnTo>
                    <a:lnTo>
                      <a:pt x="235" y="27"/>
                    </a:lnTo>
                    <a:lnTo>
                      <a:pt x="242" y="28"/>
                    </a:lnTo>
                    <a:lnTo>
                      <a:pt x="247" y="30"/>
                    </a:lnTo>
                    <a:lnTo>
                      <a:pt x="254" y="32"/>
                    </a:lnTo>
                    <a:lnTo>
                      <a:pt x="261" y="34"/>
                    </a:lnTo>
                    <a:lnTo>
                      <a:pt x="267" y="38"/>
                    </a:lnTo>
                    <a:lnTo>
                      <a:pt x="270" y="42"/>
                    </a:lnTo>
                    <a:lnTo>
                      <a:pt x="271" y="45"/>
                    </a:lnTo>
                    <a:lnTo>
                      <a:pt x="269" y="49"/>
                    </a:lnTo>
                    <a:lnTo>
                      <a:pt x="267" y="54"/>
                    </a:lnTo>
                    <a:lnTo>
                      <a:pt x="264" y="58"/>
                    </a:lnTo>
                    <a:lnTo>
                      <a:pt x="259" y="61"/>
                    </a:lnTo>
                    <a:lnTo>
                      <a:pt x="253" y="65"/>
                    </a:lnTo>
                    <a:lnTo>
                      <a:pt x="247" y="68"/>
                    </a:lnTo>
                    <a:lnTo>
                      <a:pt x="240" y="69"/>
                    </a:lnTo>
                    <a:lnTo>
                      <a:pt x="231" y="70"/>
                    </a:lnTo>
                    <a:lnTo>
                      <a:pt x="222" y="70"/>
                    </a:lnTo>
                    <a:lnTo>
                      <a:pt x="212" y="70"/>
                    </a:lnTo>
                    <a:lnTo>
                      <a:pt x="197" y="67"/>
                    </a:lnTo>
                  </a:path>
                </a:pathLst>
              </a:custGeom>
              <a:noFill/>
              <a:ln cap="rnd" cmpd="sng" w="12700">
                <a:solidFill>
                  <a:srgbClr val="C0C0C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527" name="Google Shape;527;p10"/>
              <p:cNvGrpSpPr/>
              <p:nvPr/>
            </p:nvGrpSpPr>
            <p:grpSpPr>
              <a:xfrm>
                <a:off x="1384" y="3823"/>
                <a:ext cx="189" cy="66"/>
                <a:chOff x="1384" y="3823"/>
                <a:chExt cx="189" cy="66"/>
              </a:xfrm>
            </p:grpSpPr>
            <p:grpSp>
              <p:nvGrpSpPr>
                <p:cNvPr id="528" name="Google Shape;528;p10"/>
                <p:cNvGrpSpPr/>
                <p:nvPr/>
              </p:nvGrpSpPr>
              <p:grpSpPr>
                <a:xfrm>
                  <a:off x="1384" y="3823"/>
                  <a:ext cx="183" cy="66"/>
                  <a:chOff x="1384" y="3823"/>
                  <a:chExt cx="183" cy="66"/>
                </a:xfrm>
              </p:grpSpPr>
              <p:sp>
                <p:nvSpPr>
                  <p:cNvPr id="529" name="Google Shape;529;p10"/>
                  <p:cNvSpPr/>
                  <p:nvPr/>
                </p:nvSpPr>
                <p:spPr>
                  <a:xfrm>
                    <a:off x="1384" y="3823"/>
                    <a:ext cx="111" cy="40"/>
                  </a:xfrm>
                  <a:custGeom>
                    <a:rect b="b" l="l" r="r" t="t"/>
                    <a:pathLst>
                      <a:path extrusionOk="0" h="40" w="111">
                        <a:moveTo>
                          <a:pt x="0" y="24"/>
                        </a:moveTo>
                        <a:lnTo>
                          <a:pt x="29" y="0"/>
                        </a:lnTo>
                        <a:lnTo>
                          <a:pt x="110" y="13"/>
                        </a:lnTo>
                        <a:lnTo>
                          <a:pt x="78" y="39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  <p:sp>
                <p:nvSpPr>
                  <p:cNvPr id="530" name="Google Shape;530;p10"/>
                  <p:cNvSpPr/>
                  <p:nvPr/>
                </p:nvSpPr>
                <p:spPr>
                  <a:xfrm>
                    <a:off x="1384" y="3852"/>
                    <a:ext cx="77" cy="37"/>
                  </a:xfrm>
                  <a:custGeom>
                    <a:rect b="b" l="l" r="r" t="t"/>
                    <a:pathLst>
                      <a:path extrusionOk="0" h="37" w="77">
                        <a:moveTo>
                          <a:pt x="0" y="0"/>
                        </a:moveTo>
                        <a:lnTo>
                          <a:pt x="0" y="20"/>
                        </a:lnTo>
                        <a:lnTo>
                          <a:pt x="1" y="20"/>
                        </a:lnTo>
                        <a:lnTo>
                          <a:pt x="76" y="36"/>
                        </a:lnTo>
                        <a:lnTo>
                          <a:pt x="76" y="15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  <p:sp>
                <p:nvSpPr>
                  <p:cNvPr id="531" name="Google Shape;531;p10"/>
                  <p:cNvSpPr/>
                  <p:nvPr/>
                </p:nvSpPr>
                <p:spPr>
                  <a:xfrm>
                    <a:off x="1468" y="3839"/>
                    <a:ext cx="99" cy="50"/>
                  </a:xfrm>
                  <a:custGeom>
                    <a:rect b="b" l="l" r="r" t="t"/>
                    <a:pathLst>
                      <a:path extrusionOk="0" h="50" w="99">
                        <a:moveTo>
                          <a:pt x="0" y="27"/>
                        </a:moveTo>
                        <a:lnTo>
                          <a:pt x="31" y="0"/>
                        </a:lnTo>
                        <a:lnTo>
                          <a:pt x="98" y="7"/>
                        </a:lnTo>
                        <a:lnTo>
                          <a:pt x="98" y="28"/>
                        </a:lnTo>
                        <a:lnTo>
                          <a:pt x="0" y="49"/>
                        </a:lnTo>
                        <a:lnTo>
                          <a:pt x="0" y="27"/>
                        </a:lnTo>
                      </a:path>
                    </a:pathLst>
                  </a:custGeom>
                  <a:solidFill>
                    <a:srgbClr val="9F9F9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  <p:sp>
                <p:nvSpPr>
                  <p:cNvPr id="532" name="Google Shape;532;p10"/>
                  <p:cNvSpPr/>
                  <p:nvPr/>
                </p:nvSpPr>
                <p:spPr>
                  <a:xfrm>
                    <a:off x="1415" y="3823"/>
                    <a:ext cx="152" cy="17"/>
                  </a:xfrm>
                  <a:custGeom>
                    <a:rect b="b" l="l" r="r" t="t"/>
                    <a:pathLst>
                      <a:path extrusionOk="0" h="17" w="152">
                        <a:moveTo>
                          <a:pt x="0" y="0"/>
                        </a:moveTo>
                        <a:lnTo>
                          <a:pt x="76" y="4"/>
                        </a:lnTo>
                        <a:lnTo>
                          <a:pt x="151" y="16"/>
                        </a:lnTo>
                        <a:lnTo>
                          <a:pt x="83" y="11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7F7F7F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</p:grpSp>
            <p:grpSp>
              <p:nvGrpSpPr>
                <p:cNvPr id="533" name="Google Shape;533;p10"/>
                <p:cNvGrpSpPr/>
                <p:nvPr/>
              </p:nvGrpSpPr>
              <p:grpSpPr>
                <a:xfrm>
                  <a:off x="1385" y="3845"/>
                  <a:ext cx="188" cy="31"/>
                  <a:chOff x="1385" y="3845"/>
                  <a:chExt cx="188" cy="31"/>
                </a:xfrm>
              </p:grpSpPr>
              <p:cxnSp>
                <p:nvCxnSpPr>
                  <p:cNvPr id="534" name="Google Shape;534;p10"/>
                  <p:cNvCxnSpPr/>
                  <p:nvPr/>
                </p:nvCxnSpPr>
                <p:spPr>
                  <a:xfrm>
                    <a:off x="1385" y="3857"/>
                    <a:ext cx="83" cy="19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7F7F7F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35" name="Google Shape;535;p10"/>
                  <p:cNvCxnSpPr/>
                  <p:nvPr/>
                </p:nvCxnSpPr>
                <p:spPr>
                  <a:xfrm flipH="1" rot="10800000">
                    <a:off x="1469" y="3845"/>
                    <a:ext cx="35" cy="31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5F5F5F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36" name="Google Shape;536;p10"/>
                  <p:cNvCxnSpPr/>
                  <p:nvPr/>
                </p:nvCxnSpPr>
                <p:spPr>
                  <a:xfrm>
                    <a:off x="1504" y="3845"/>
                    <a:ext cx="69" cy="6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5F5F5F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</p:grpSp>
        </p:grpSp>
        <p:sp>
          <p:nvSpPr>
            <p:cNvPr id="537" name="Google Shape;537;p10"/>
            <p:cNvSpPr/>
            <p:nvPr/>
          </p:nvSpPr>
          <p:spPr>
            <a:xfrm>
              <a:off x="1335" y="3654"/>
              <a:ext cx="156" cy="147"/>
            </a:xfrm>
            <a:custGeom>
              <a:rect b="b" l="l" r="r" t="t"/>
              <a:pathLst>
                <a:path extrusionOk="0" h="147" w="156">
                  <a:moveTo>
                    <a:pt x="0" y="73"/>
                  </a:moveTo>
                  <a:lnTo>
                    <a:pt x="155" y="0"/>
                  </a:lnTo>
                  <a:lnTo>
                    <a:pt x="155" y="59"/>
                  </a:lnTo>
                  <a:lnTo>
                    <a:pt x="0" y="146"/>
                  </a:lnTo>
                  <a:lnTo>
                    <a:pt x="0" y="73"/>
                  </a:lnTo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8" name="Google Shape;538;p10"/>
            <p:cNvSpPr/>
            <p:nvPr/>
          </p:nvSpPr>
          <p:spPr>
            <a:xfrm>
              <a:off x="1333" y="3510"/>
              <a:ext cx="162" cy="220"/>
            </a:xfrm>
            <a:custGeom>
              <a:rect b="b" l="l" r="r" t="t"/>
              <a:pathLst>
                <a:path extrusionOk="0" h="220" w="162">
                  <a:moveTo>
                    <a:pt x="0" y="46"/>
                  </a:moveTo>
                  <a:lnTo>
                    <a:pt x="161" y="0"/>
                  </a:lnTo>
                  <a:lnTo>
                    <a:pt x="161" y="145"/>
                  </a:lnTo>
                  <a:lnTo>
                    <a:pt x="0" y="219"/>
                  </a:lnTo>
                  <a:lnTo>
                    <a:pt x="0" y="46"/>
                  </a:lnTo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875" y="3105"/>
              <a:ext cx="411" cy="340"/>
            </a:xfrm>
            <a:custGeom>
              <a:rect b="b" l="l" r="r" t="t"/>
              <a:pathLst>
                <a:path extrusionOk="0" h="340" w="411">
                  <a:moveTo>
                    <a:pt x="17" y="0"/>
                  </a:moveTo>
                  <a:lnTo>
                    <a:pt x="410" y="0"/>
                  </a:lnTo>
                  <a:lnTo>
                    <a:pt x="394" y="339"/>
                  </a:lnTo>
                  <a:lnTo>
                    <a:pt x="0" y="319"/>
                  </a:lnTo>
                  <a:lnTo>
                    <a:pt x="17" y="0"/>
                  </a:lnTo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603" y="3687"/>
              <a:ext cx="771" cy="152"/>
            </a:xfrm>
            <a:custGeom>
              <a:rect b="b" l="l" r="r" t="t"/>
              <a:pathLst>
                <a:path extrusionOk="0" h="152" w="771">
                  <a:moveTo>
                    <a:pt x="125" y="0"/>
                  </a:moveTo>
                  <a:lnTo>
                    <a:pt x="770" y="62"/>
                  </a:lnTo>
                  <a:lnTo>
                    <a:pt x="724" y="117"/>
                  </a:lnTo>
                  <a:lnTo>
                    <a:pt x="680" y="151"/>
                  </a:lnTo>
                  <a:lnTo>
                    <a:pt x="0" y="75"/>
                  </a:lnTo>
                  <a:lnTo>
                    <a:pt x="50" y="54"/>
                  </a:lnTo>
                  <a:lnTo>
                    <a:pt x="125" y="0"/>
                  </a:lnTo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41" name="Google Shape;541;p10"/>
            <p:cNvGrpSpPr/>
            <p:nvPr/>
          </p:nvGrpSpPr>
          <p:grpSpPr>
            <a:xfrm>
              <a:off x="1333" y="3525"/>
              <a:ext cx="167" cy="198"/>
              <a:chOff x="1333" y="3525"/>
              <a:chExt cx="167" cy="198"/>
            </a:xfrm>
          </p:grpSpPr>
          <p:cxnSp>
            <p:nvCxnSpPr>
              <p:cNvPr id="542" name="Google Shape;542;p10"/>
              <p:cNvCxnSpPr/>
              <p:nvPr/>
            </p:nvCxnSpPr>
            <p:spPr>
              <a:xfrm flipH="1" rot="10800000">
                <a:off x="1333" y="3580"/>
                <a:ext cx="167" cy="61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43" name="Google Shape;543;p10"/>
              <p:cNvCxnSpPr/>
              <p:nvPr/>
            </p:nvCxnSpPr>
            <p:spPr>
              <a:xfrm flipH="1" rot="10800000">
                <a:off x="1362" y="3598"/>
                <a:ext cx="137" cy="53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44" name="Google Shape;544;p10"/>
              <p:cNvCxnSpPr/>
              <p:nvPr/>
            </p:nvCxnSpPr>
            <p:spPr>
              <a:xfrm flipH="1" rot="10800000">
                <a:off x="1362" y="3614"/>
                <a:ext cx="137" cy="5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45" name="Google Shape;545;p10"/>
              <p:cNvCxnSpPr/>
              <p:nvPr/>
            </p:nvCxnSpPr>
            <p:spPr>
              <a:xfrm flipH="1" rot="10800000">
                <a:off x="1362" y="3631"/>
                <a:ext cx="138" cy="58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46" name="Google Shape;546;p10"/>
              <p:cNvCxnSpPr/>
              <p:nvPr/>
            </p:nvCxnSpPr>
            <p:spPr>
              <a:xfrm flipH="1" rot="10800000">
                <a:off x="1362" y="3647"/>
                <a:ext cx="138" cy="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47" name="Google Shape;547;p10"/>
              <p:cNvCxnSpPr/>
              <p:nvPr/>
            </p:nvCxnSpPr>
            <p:spPr>
              <a:xfrm flipH="1" rot="10800000">
                <a:off x="1362" y="3563"/>
                <a:ext cx="138" cy="4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48" name="Google Shape;548;p10"/>
              <p:cNvCxnSpPr/>
              <p:nvPr/>
            </p:nvCxnSpPr>
            <p:spPr>
              <a:xfrm flipH="1" rot="10800000">
                <a:off x="1362" y="3545"/>
                <a:ext cx="138" cy="43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49" name="Google Shape;549;p10"/>
              <p:cNvCxnSpPr/>
              <p:nvPr/>
            </p:nvCxnSpPr>
            <p:spPr>
              <a:xfrm flipH="1" rot="10800000">
                <a:off x="1362" y="3525"/>
                <a:ext cx="137" cy="41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550" name="Google Shape;550;p10"/>
              <p:cNvCxnSpPr/>
              <p:nvPr/>
            </p:nvCxnSpPr>
            <p:spPr>
              <a:xfrm>
                <a:off x="1362" y="3552"/>
                <a:ext cx="0" cy="171"/>
              </a:xfrm>
              <a:prstGeom prst="straightConnector1">
                <a:avLst/>
              </a:prstGeom>
              <a:noFill/>
              <a:ln cap="flat" cmpd="sng" w="12700">
                <a:solidFill>
                  <a:srgbClr val="80808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551" name="Google Shape;551;p10"/>
            <p:cNvGrpSpPr/>
            <p:nvPr/>
          </p:nvGrpSpPr>
          <p:grpSpPr>
            <a:xfrm>
              <a:off x="818" y="3026"/>
              <a:ext cx="543" cy="503"/>
              <a:chOff x="818" y="3026"/>
              <a:chExt cx="543" cy="503"/>
            </a:xfrm>
          </p:grpSpPr>
          <p:grpSp>
            <p:nvGrpSpPr>
              <p:cNvPr id="552" name="Google Shape;552;p10"/>
              <p:cNvGrpSpPr/>
              <p:nvPr/>
            </p:nvGrpSpPr>
            <p:grpSpPr>
              <a:xfrm>
                <a:off x="818" y="3026"/>
                <a:ext cx="543" cy="503"/>
                <a:chOff x="818" y="3026"/>
                <a:chExt cx="543" cy="503"/>
              </a:xfrm>
            </p:grpSpPr>
            <p:grpSp>
              <p:nvGrpSpPr>
                <p:cNvPr id="553" name="Google Shape;553;p10"/>
                <p:cNvGrpSpPr/>
                <p:nvPr/>
              </p:nvGrpSpPr>
              <p:grpSpPr>
                <a:xfrm>
                  <a:off x="818" y="3026"/>
                  <a:ext cx="543" cy="503"/>
                  <a:chOff x="818" y="3026"/>
                  <a:chExt cx="543" cy="503"/>
                </a:xfrm>
              </p:grpSpPr>
              <p:sp>
                <p:nvSpPr>
                  <p:cNvPr id="554" name="Google Shape;554;p10"/>
                  <p:cNvSpPr/>
                  <p:nvPr/>
                </p:nvSpPr>
                <p:spPr>
                  <a:xfrm>
                    <a:off x="818" y="3026"/>
                    <a:ext cx="543" cy="503"/>
                  </a:xfrm>
                  <a:custGeom>
                    <a:rect b="b" l="l" r="r" t="t"/>
                    <a:pathLst>
                      <a:path extrusionOk="0" h="503" w="543">
                        <a:moveTo>
                          <a:pt x="43" y="8"/>
                        </a:moveTo>
                        <a:lnTo>
                          <a:pt x="90" y="6"/>
                        </a:lnTo>
                        <a:lnTo>
                          <a:pt x="153" y="1"/>
                        </a:lnTo>
                        <a:lnTo>
                          <a:pt x="219" y="0"/>
                        </a:lnTo>
                        <a:lnTo>
                          <a:pt x="296" y="0"/>
                        </a:lnTo>
                        <a:lnTo>
                          <a:pt x="350" y="1"/>
                        </a:lnTo>
                        <a:lnTo>
                          <a:pt x="433" y="4"/>
                        </a:lnTo>
                        <a:lnTo>
                          <a:pt x="512" y="8"/>
                        </a:lnTo>
                        <a:lnTo>
                          <a:pt x="532" y="9"/>
                        </a:lnTo>
                        <a:lnTo>
                          <a:pt x="536" y="10"/>
                        </a:lnTo>
                        <a:lnTo>
                          <a:pt x="539" y="13"/>
                        </a:lnTo>
                        <a:lnTo>
                          <a:pt x="542" y="16"/>
                        </a:lnTo>
                        <a:lnTo>
                          <a:pt x="542" y="21"/>
                        </a:lnTo>
                        <a:lnTo>
                          <a:pt x="521" y="492"/>
                        </a:lnTo>
                        <a:lnTo>
                          <a:pt x="519" y="499"/>
                        </a:lnTo>
                        <a:lnTo>
                          <a:pt x="512" y="502"/>
                        </a:lnTo>
                        <a:lnTo>
                          <a:pt x="338" y="490"/>
                        </a:lnTo>
                        <a:lnTo>
                          <a:pt x="166" y="477"/>
                        </a:lnTo>
                        <a:lnTo>
                          <a:pt x="8" y="466"/>
                        </a:lnTo>
                        <a:lnTo>
                          <a:pt x="0" y="454"/>
                        </a:lnTo>
                        <a:lnTo>
                          <a:pt x="25" y="24"/>
                        </a:lnTo>
                        <a:lnTo>
                          <a:pt x="43" y="8"/>
                        </a:lnTo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  <p:sp>
                <p:nvSpPr>
                  <p:cNvPr id="555" name="Google Shape;555;p10"/>
                  <p:cNvSpPr/>
                  <p:nvPr/>
                </p:nvSpPr>
                <p:spPr>
                  <a:xfrm>
                    <a:off x="1349" y="3035"/>
                    <a:ext cx="11" cy="7"/>
                  </a:xfrm>
                  <a:custGeom>
                    <a:rect b="b" l="l" r="r" t="t"/>
                    <a:pathLst>
                      <a:path extrusionOk="0" fill="none" h="21600" w="23482">
                        <a:moveTo>
                          <a:pt x="0" y="107"/>
                        </a:moveTo>
                        <a:cubicBezTo>
                          <a:pt x="714" y="35"/>
                          <a:pt x="1431" y="0"/>
                          <a:pt x="2149" y="0"/>
                        </a:cubicBezTo>
                        <a:cubicBezTo>
                          <a:pt x="12771" y="0"/>
                          <a:pt x="21816" y="7723"/>
                          <a:pt x="23481" y="18214"/>
                        </a:cubicBezTo>
                      </a:path>
                      <a:path extrusionOk="0" h="21600" w="23482">
                        <a:moveTo>
                          <a:pt x="0" y="107"/>
                        </a:moveTo>
                        <a:cubicBezTo>
                          <a:pt x="714" y="35"/>
                          <a:pt x="1431" y="0"/>
                          <a:pt x="2149" y="0"/>
                        </a:cubicBezTo>
                        <a:cubicBezTo>
                          <a:pt x="12771" y="0"/>
                          <a:pt x="21816" y="7723"/>
                          <a:pt x="23481" y="18214"/>
                        </a:cubicBezTo>
                        <a:lnTo>
                          <a:pt x="2149" y="21600"/>
                        </a:lnTo>
                        <a:lnTo>
                          <a:pt x="0" y="10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  <p:sp>
                <p:nvSpPr>
                  <p:cNvPr id="556" name="Google Shape;556;p10"/>
                  <p:cNvSpPr/>
                  <p:nvPr/>
                </p:nvSpPr>
                <p:spPr>
                  <a:xfrm>
                    <a:off x="842" y="3034"/>
                    <a:ext cx="24" cy="17"/>
                  </a:xfrm>
                  <a:custGeom>
                    <a:rect b="b" l="l" r="r" t="t"/>
                    <a:pathLst>
                      <a:path extrusionOk="0" fill="none" h="21580" w="21600">
                        <a:moveTo>
                          <a:pt x="0" y="21579"/>
                        </a:moveTo>
                        <a:cubicBezTo>
                          <a:pt x="0" y="10007"/>
                          <a:pt x="9120" y="491"/>
                          <a:pt x="20681" y="-1"/>
                        </a:cubicBezTo>
                      </a:path>
                      <a:path extrusionOk="0" h="21580" w="21600">
                        <a:moveTo>
                          <a:pt x="0" y="21579"/>
                        </a:moveTo>
                        <a:cubicBezTo>
                          <a:pt x="0" y="10007"/>
                          <a:pt x="9120" y="491"/>
                          <a:pt x="20681" y="-1"/>
                        </a:cubicBezTo>
                        <a:lnTo>
                          <a:pt x="21600" y="21580"/>
                        </a:lnTo>
                        <a:lnTo>
                          <a:pt x="0" y="21579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  <p:sp>
                <p:nvSpPr>
                  <p:cNvPr id="557" name="Google Shape;557;p10"/>
                  <p:cNvSpPr/>
                  <p:nvPr/>
                </p:nvSpPr>
                <p:spPr>
                  <a:xfrm>
                    <a:off x="818" y="3481"/>
                    <a:ext cx="8" cy="11"/>
                  </a:xfrm>
                  <a:custGeom>
                    <a:rect b="b" l="l" r="r" t="t"/>
                    <a:pathLst>
                      <a:path extrusionOk="0" fill="none" h="21411" w="21600">
                        <a:moveTo>
                          <a:pt x="18745" y="21410"/>
                        </a:moveTo>
                        <a:cubicBezTo>
                          <a:pt x="8014" y="19979"/>
                          <a:pt x="-1" y="10825"/>
                          <a:pt x="-1" y="-1"/>
                        </a:cubicBezTo>
                      </a:path>
                      <a:path extrusionOk="0" h="21411" w="21600">
                        <a:moveTo>
                          <a:pt x="18745" y="21410"/>
                        </a:moveTo>
                        <a:cubicBezTo>
                          <a:pt x="8014" y="19979"/>
                          <a:pt x="-1" y="10825"/>
                          <a:pt x="-1" y="-1"/>
                        </a:cubicBezTo>
                        <a:lnTo>
                          <a:pt x="21600" y="0"/>
                        </a:lnTo>
                        <a:lnTo>
                          <a:pt x="18745" y="2141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</p:grpSp>
            <p:grpSp>
              <p:nvGrpSpPr>
                <p:cNvPr id="558" name="Google Shape;558;p10"/>
                <p:cNvGrpSpPr/>
                <p:nvPr/>
              </p:nvGrpSpPr>
              <p:grpSpPr>
                <a:xfrm>
                  <a:off x="876" y="3104"/>
                  <a:ext cx="411" cy="340"/>
                  <a:chOff x="876" y="3104"/>
                  <a:chExt cx="411" cy="340"/>
                </a:xfrm>
              </p:grpSpPr>
              <p:grpSp>
                <p:nvGrpSpPr>
                  <p:cNvPr id="559" name="Google Shape;559;p10"/>
                  <p:cNvGrpSpPr/>
                  <p:nvPr/>
                </p:nvGrpSpPr>
                <p:grpSpPr>
                  <a:xfrm>
                    <a:off x="876" y="3104"/>
                    <a:ext cx="411" cy="340"/>
                    <a:chOff x="876" y="3104"/>
                    <a:chExt cx="411" cy="340"/>
                  </a:xfrm>
                </p:grpSpPr>
                <p:sp>
                  <p:nvSpPr>
                    <p:cNvPr id="560" name="Google Shape;560;p10"/>
                    <p:cNvSpPr/>
                    <p:nvPr/>
                  </p:nvSpPr>
                  <p:spPr>
                    <a:xfrm>
                      <a:off x="892" y="3104"/>
                      <a:ext cx="394" cy="1"/>
                    </a:xfrm>
                    <a:custGeom>
                      <a:rect b="b" l="l" r="r" t="t"/>
                      <a:pathLst>
                        <a:path extrusionOk="0" h="1" w="394">
                          <a:moveTo>
                            <a:pt x="0" y="0"/>
                          </a:moveTo>
                          <a:lnTo>
                            <a:pt x="393" y="0"/>
                          </a:lnTo>
                          <a:lnTo>
                            <a:pt x="384" y="0"/>
                          </a:lnTo>
                          <a:lnTo>
                            <a:pt x="9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80808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p:txBody>
                </p:sp>
                <p:sp>
                  <p:nvSpPr>
                    <p:cNvPr id="561" name="Google Shape;561;p10"/>
                    <p:cNvSpPr/>
                    <p:nvPr/>
                  </p:nvSpPr>
                  <p:spPr>
                    <a:xfrm>
                      <a:off x="1268" y="3104"/>
                      <a:ext cx="19" cy="340"/>
                    </a:xfrm>
                    <a:custGeom>
                      <a:rect b="b" l="l" r="r" t="t"/>
                      <a:pathLst>
                        <a:path extrusionOk="0" h="340" w="19">
                          <a:moveTo>
                            <a:pt x="11" y="7"/>
                          </a:moveTo>
                          <a:lnTo>
                            <a:pt x="18" y="0"/>
                          </a:lnTo>
                          <a:lnTo>
                            <a:pt x="12" y="185"/>
                          </a:lnTo>
                          <a:lnTo>
                            <a:pt x="6" y="339"/>
                          </a:lnTo>
                          <a:lnTo>
                            <a:pt x="0" y="329"/>
                          </a:lnTo>
                          <a:lnTo>
                            <a:pt x="11" y="7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p:txBody>
                </p:sp>
                <p:sp>
                  <p:nvSpPr>
                    <p:cNvPr id="562" name="Google Shape;562;p10"/>
                    <p:cNvSpPr/>
                    <p:nvPr/>
                  </p:nvSpPr>
                  <p:spPr>
                    <a:xfrm>
                      <a:off x="876" y="3423"/>
                      <a:ext cx="394" cy="21"/>
                    </a:xfrm>
                    <a:custGeom>
                      <a:rect b="b" l="l" r="r" t="t"/>
                      <a:pathLst>
                        <a:path extrusionOk="0" h="21" w="394">
                          <a:moveTo>
                            <a:pt x="9" y="0"/>
                          </a:moveTo>
                          <a:lnTo>
                            <a:pt x="0" y="6"/>
                          </a:lnTo>
                          <a:lnTo>
                            <a:pt x="393" y="20"/>
                          </a:lnTo>
                          <a:lnTo>
                            <a:pt x="384" y="14"/>
                          </a:lnTo>
                          <a:lnTo>
                            <a:pt x="9" y="0"/>
                          </a:lnTo>
                        </a:path>
                      </a:pathLst>
                    </a:custGeom>
                    <a:solidFill>
                      <a:srgbClr val="DFDFD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p:txBody>
                </p:sp>
                <p:sp>
                  <p:nvSpPr>
                    <p:cNvPr id="563" name="Google Shape;563;p10"/>
                    <p:cNvSpPr/>
                    <p:nvPr/>
                  </p:nvSpPr>
                  <p:spPr>
                    <a:xfrm>
                      <a:off x="876" y="3105"/>
                      <a:ext cx="18" cy="320"/>
                    </a:xfrm>
                    <a:custGeom>
                      <a:rect b="b" l="l" r="r" t="t"/>
                      <a:pathLst>
                        <a:path extrusionOk="0" h="320" w="18">
                          <a:moveTo>
                            <a:pt x="11" y="0"/>
                          </a:moveTo>
                          <a:lnTo>
                            <a:pt x="17" y="7"/>
                          </a:lnTo>
                          <a:lnTo>
                            <a:pt x="6" y="310"/>
                          </a:lnTo>
                          <a:lnTo>
                            <a:pt x="0" y="319"/>
                          </a:lnTo>
                          <a:lnTo>
                            <a:pt x="11" y="0"/>
                          </a:lnTo>
                        </a:path>
                      </a:pathLst>
                    </a:custGeom>
                    <a:solidFill>
                      <a:srgbClr val="BFBFB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p:txBody>
                </p:sp>
              </p:grpSp>
              <p:grpSp>
                <p:nvGrpSpPr>
                  <p:cNvPr id="564" name="Google Shape;564;p10"/>
                  <p:cNvGrpSpPr/>
                  <p:nvPr/>
                </p:nvGrpSpPr>
                <p:grpSpPr>
                  <a:xfrm>
                    <a:off x="885" y="3112"/>
                    <a:ext cx="392" cy="323"/>
                    <a:chOff x="885" y="3112"/>
                    <a:chExt cx="392" cy="323"/>
                  </a:xfrm>
                </p:grpSpPr>
                <p:sp>
                  <p:nvSpPr>
                    <p:cNvPr id="565" name="Google Shape;565;p10"/>
                    <p:cNvSpPr/>
                    <p:nvPr/>
                  </p:nvSpPr>
                  <p:spPr>
                    <a:xfrm>
                      <a:off x="885" y="3112"/>
                      <a:ext cx="392" cy="323"/>
                    </a:xfrm>
                    <a:custGeom>
                      <a:rect b="b" l="l" r="r" t="t"/>
                      <a:pathLst>
                        <a:path extrusionOk="0" h="323" w="392">
                          <a:moveTo>
                            <a:pt x="16" y="0"/>
                          </a:moveTo>
                          <a:lnTo>
                            <a:pt x="391" y="0"/>
                          </a:lnTo>
                          <a:lnTo>
                            <a:pt x="375" y="322"/>
                          </a:lnTo>
                          <a:lnTo>
                            <a:pt x="0" y="303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p:txBody>
                </p:sp>
                <p:sp>
                  <p:nvSpPr>
                    <p:cNvPr id="566" name="Google Shape;566;p10"/>
                    <p:cNvSpPr/>
                    <p:nvPr/>
                  </p:nvSpPr>
                  <p:spPr>
                    <a:xfrm>
                      <a:off x="898" y="3125"/>
                      <a:ext cx="366" cy="298"/>
                    </a:xfrm>
                    <a:custGeom>
                      <a:rect b="b" l="l" r="r" t="t"/>
                      <a:pathLst>
                        <a:path extrusionOk="0" h="298" w="366">
                          <a:moveTo>
                            <a:pt x="14" y="0"/>
                          </a:moveTo>
                          <a:lnTo>
                            <a:pt x="365" y="0"/>
                          </a:lnTo>
                          <a:lnTo>
                            <a:pt x="349" y="297"/>
                          </a:lnTo>
                          <a:lnTo>
                            <a:pt x="0" y="281"/>
                          </a:lnTo>
                          <a:lnTo>
                            <a:pt x="14" y="0"/>
                          </a:lnTo>
                        </a:path>
                      </a:pathLst>
                    </a:custGeom>
                    <a:solidFill>
                      <a:srgbClr val="C0C0C0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p:txBody>
                </p:sp>
                <p:sp>
                  <p:nvSpPr>
                    <p:cNvPr id="567" name="Google Shape;567;p10"/>
                    <p:cNvSpPr/>
                    <p:nvPr/>
                  </p:nvSpPr>
                  <p:spPr>
                    <a:xfrm>
                      <a:off x="904" y="3143"/>
                      <a:ext cx="345" cy="268"/>
                    </a:xfrm>
                    <a:custGeom>
                      <a:rect b="b" l="l" r="r" t="t"/>
                      <a:pathLst>
                        <a:path extrusionOk="0" h="268" w="345">
                          <a:moveTo>
                            <a:pt x="13" y="0"/>
                          </a:moveTo>
                          <a:lnTo>
                            <a:pt x="344" y="0"/>
                          </a:lnTo>
                          <a:lnTo>
                            <a:pt x="329" y="267"/>
                          </a:lnTo>
                          <a:lnTo>
                            <a:pt x="0" y="253"/>
                          </a:lnTo>
                          <a:lnTo>
                            <a:pt x="13" y="0"/>
                          </a:lnTo>
                        </a:path>
                      </a:pathLst>
                    </a:custGeom>
                    <a:solidFill>
                      <a:srgbClr val="0000FF"/>
                    </a:soli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800" u="non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p:txBody>
                </p:sp>
              </p:grpSp>
            </p:grpSp>
          </p:grpSp>
          <p:sp>
            <p:nvSpPr>
              <p:cNvPr id="568" name="Google Shape;568;p10"/>
              <p:cNvSpPr/>
              <p:nvPr/>
            </p:nvSpPr>
            <p:spPr>
              <a:xfrm>
                <a:off x="1259" y="3494"/>
                <a:ext cx="17" cy="1"/>
              </a:xfrm>
              <a:custGeom>
                <a:rect b="b" l="l" r="r" t="t"/>
                <a:pathLst>
                  <a:path extrusionOk="0" h="1" w="17">
                    <a:moveTo>
                      <a:pt x="0" y="0"/>
                    </a:moveTo>
                    <a:lnTo>
                      <a:pt x="16" y="0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8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569" name="Google Shape;569;p10"/>
            <p:cNvGrpSpPr/>
            <p:nvPr/>
          </p:nvGrpSpPr>
          <p:grpSpPr>
            <a:xfrm>
              <a:off x="603" y="3697"/>
              <a:ext cx="777" cy="169"/>
              <a:chOff x="603" y="3697"/>
              <a:chExt cx="777" cy="169"/>
            </a:xfrm>
          </p:grpSpPr>
          <p:sp>
            <p:nvSpPr>
              <p:cNvPr id="570" name="Google Shape;570;p10"/>
              <p:cNvSpPr/>
              <p:nvPr/>
            </p:nvSpPr>
            <p:spPr>
              <a:xfrm>
                <a:off x="1139" y="3750"/>
                <a:ext cx="180" cy="70"/>
              </a:xfrm>
              <a:custGeom>
                <a:rect b="b" l="l" r="r" t="t"/>
                <a:pathLst>
                  <a:path extrusionOk="0" h="70" w="180">
                    <a:moveTo>
                      <a:pt x="69" y="0"/>
                    </a:moveTo>
                    <a:lnTo>
                      <a:pt x="28" y="40"/>
                    </a:lnTo>
                    <a:lnTo>
                      <a:pt x="0" y="57"/>
                    </a:lnTo>
                    <a:lnTo>
                      <a:pt x="118" y="69"/>
                    </a:lnTo>
                    <a:lnTo>
                      <a:pt x="145" y="47"/>
                    </a:lnTo>
                    <a:lnTo>
                      <a:pt x="179" y="9"/>
                    </a:lnTo>
                    <a:lnTo>
                      <a:pt x="69" y="0"/>
                    </a:lnTo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571" name="Google Shape;571;p10"/>
              <p:cNvGrpSpPr/>
              <p:nvPr/>
            </p:nvGrpSpPr>
            <p:grpSpPr>
              <a:xfrm>
                <a:off x="603" y="3697"/>
                <a:ext cx="777" cy="169"/>
                <a:chOff x="603" y="3697"/>
                <a:chExt cx="777" cy="169"/>
              </a:xfrm>
            </p:grpSpPr>
            <p:sp>
              <p:nvSpPr>
                <p:cNvPr id="572" name="Google Shape;572;p10"/>
                <p:cNvSpPr/>
                <p:nvPr/>
              </p:nvSpPr>
              <p:spPr>
                <a:xfrm>
                  <a:off x="603" y="3766"/>
                  <a:ext cx="681" cy="100"/>
                </a:xfrm>
                <a:custGeom>
                  <a:rect b="b" l="l" r="r" t="t"/>
                  <a:pathLst>
                    <a:path extrusionOk="0" h="100" w="681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680" y="99"/>
                      </a:lnTo>
                      <a:lnTo>
                        <a:pt x="679" y="7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0C0C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573" name="Google Shape;573;p10"/>
                <p:cNvSpPr/>
                <p:nvPr/>
              </p:nvSpPr>
              <p:spPr>
                <a:xfrm>
                  <a:off x="1290" y="3752"/>
                  <a:ext cx="84" cy="114"/>
                </a:xfrm>
                <a:custGeom>
                  <a:rect b="b" l="l" r="r" t="t"/>
                  <a:pathLst>
                    <a:path extrusionOk="0" h="114" w="84">
                      <a:moveTo>
                        <a:pt x="0" y="88"/>
                      </a:moveTo>
                      <a:lnTo>
                        <a:pt x="0" y="113"/>
                      </a:lnTo>
                      <a:lnTo>
                        <a:pt x="36" y="87"/>
                      </a:lnTo>
                      <a:lnTo>
                        <a:pt x="51" y="72"/>
                      </a:lnTo>
                      <a:lnTo>
                        <a:pt x="83" y="32"/>
                      </a:lnTo>
                      <a:lnTo>
                        <a:pt x="83" y="0"/>
                      </a:lnTo>
                      <a:lnTo>
                        <a:pt x="41" y="53"/>
                      </a:lnTo>
                      <a:lnTo>
                        <a:pt x="0" y="88"/>
                      </a:lnTo>
                    </a:path>
                  </a:pathLst>
                </a:custGeom>
                <a:solidFill>
                  <a:srgbClr val="5F5F5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cxnSp>
              <p:nvCxnSpPr>
                <p:cNvPr id="574" name="Google Shape;574;p10"/>
                <p:cNvCxnSpPr/>
                <p:nvPr/>
              </p:nvCxnSpPr>
              <p:spPr>
                <a:xfrm>
                  <a:off x="604" y="3775"/>
                  <a:ext cx="688" cy="7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7F7F7F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grpSp>
              <p:nvGrpSpPr>
                <p:cNvPr id="575" name="Google Shape;575;p10"/>
                <p:cNvGrpSpPr/>
                <p:nvPr/>
              </p:nvGrpSpPr>
              <p:grpSpPr>
                <a:xfrm>
                  <a:off x="648" y="3697"/>
                  <a:ext cx="662" cy="131"/>
                  <a:chOff x="648" y="3697"/>
                  <a:chExt cx="662" cy="131"/>
                </a:xfrm>
              </p:grpSpPr>
              <p:sp>
                <p:nvSpPr>
                  <p:cNvPr id="576" name="Google Shape;576;p10"/>
                  <p:cNvSpPr/>
                  <p:nvPr/>
                </p:nvSpPr>
                <p:spPr>
                  <a:xfrm>
                    <a:off x="648" y="3702"/>
                    <a:ext cx="502" cy="99"/>
                  </a:xfrm>
                  <a:custGeom>
                    <a:rect b="b" l="l" r="r" t="t"/>
                    <a:pathLst>
                      <a:path extrusionOk="0" h="99" w="502">
                        <a:moveTo>
                          <a:pt x="87" y="0"/>
                        </a:moveTo>
                        <a:lnTo>
                          <a:pt x="27" y="43"/>
                        </a:lnTo>
                        <a:lnTo>
                          <a:pt x="0" y="56"/>
                        </a:lnTo>
                        <a:lnTo>
                          <a:pt x="425" y="98"/>
                        </a:lnTo>
                        <a:lnTo>
                          <a:pt x="456" y="79"/>
                        </a:lnTo>
                        <a:lnTo>
                          <a:pt x="501" y="40"/>
                        </a:lnTo>
                        <a:lnTo>
                          <a:pt x="87" y="0"/>
                        </a:lnTo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0" i="0" sz="1800" u="none">
                      <a:solidFill>
                        <a:schemeClr val="dk1"/>
                      </a:solidFill>
                      <a:latin typeface="Tahoma"/>
                      <a:ea typeface="Tahoma"/>
                      <a:cs typeface="Tahoma"/>
                      <a:sym typeface="Tahoma"/>
                    </a:endParaRPr>
                  </a:p>
                </p:txBody>
              </p:sp>
              <p:grpSp>
                <p:nvGrpSpPr>
                  <p:cNvPr id="577" name="Google Shape;577;p10"/>
                  <p:cNvGrpSpPr/>
                  <p:nvPr/>
                </p:nvGrpSpPr>
                <p:grpSpPr>
                  <a:xfrm>
                    <a:off x="661" y="3697"/>
                    <a:ext cx="649" cy="131"/>
                    <a:chOff x="661" y="3697"/>
                    <a:chExt cx="649" cy="131"/>
                  </a:xfrm>
                </p:grpSpPr>
                <p:grpSp>
                  <p:nvGrpSpPr>
                    <p:cNvPr id="578" name="Google Shape;578;p10"/>
                    <p:cNvGrpSpPr/>
                    <p:nvPr/>
                  </p:nvGrpSpPr>
                  <p:grpSpPr>
                    <a:xfrm>
                      <a:off x="671" y="3697"/>
                      <a:ext cx="475" cy="108"/>
                      <a:chOff x="671" y="3697"/>
                      <a:chExt cx="475" cy="108"/>
                    </a:xfrm>
                  </p:grpSpPr>
                  <p:grpSp>
                    <p:nvGrpSpPr>
                      <p:cNvPr id="579" name="Google Shape;579;p10"/>
                      <p:cNvGrpSpPr/>
                      <p:nvPr/>
                    </p:nvGrpSpPr>
                    <p:grpSpPr>
                      <a:xfrm>
                        <a:off x="671" y="3697"/>
                        <a:ext cx="100" cy="72"/>
                        <a:chOff x="671" y="3697"/>
                        <a:chExt cx="100" cy="72"/>
                      </a:xfrm>
                    </p:grpSpPr>
                    <p:cxnSp>
                      <p:nvCxnSpPr>
                        <p:cNvPr id="580" name="Google Shape;580;p10"/>
                        <p:cNvCxnSpPr/>
                        <p:nvPr/>
                      </p:nvCxnSpPr>
                      <p:spPr>
                        <a:xfrm flipH="1" rot="10800000">
                          <a:off x="671" y="3752"/>
                          <a:ext cx="33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581" name="Google Shape;581;p10"/>
                        <p:cNvCxnSpPr/>
                        <p:nvPr/>
                      </p:nvCxnSpPr>
                      <p:spPr>
                        <a:xfrm flipH="1" rot="10800000">
                          <a:off x="704" y="3697"/>
                          <a:ext cx="67" cy="5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582" name="Google Shape;582;p10"/>
                      <p:cNvGrpSpPr/>
                      <p:nvPr/>
                    </p:nvGrpSpPr>
                    <p:grpSpPr>
                      <a:xfrm>
                        <a:off x="710" y="3701"/>
                        <a:ext cx="100" cy="72"/>
                        <a:chOff x="710" y="3701"/>
                        <a:chExt cx="100" cy="72"/>
                      </a:xfrm>
                    </p:grpSpPr>
                    <p:cxnSp>
                      <p:nvCxnSpPr>
                        <p:cNvPr id="583" name="Google Shape;583;p10"/>
                        <p:cNvCxnSpPr/>
                        <p:nvPr/>
                      </p:nvCxnSpPr>
                      <p:spPr>
                        <a:xfrm flipH="1" rot="10800000">
                          <a:off x="710" y="3756"/>
                          <a:ext cx="32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584" name="Google Shape;584;p10"/>
                        <p:cNvCxnSpPr/>
                        <p:nvPr/>
                      </p:nvCxnSpPr>
                      <p:spPr>
                        <a:xfrm flipH="1" rot="10800000">
                          <a:off x="742" y="3701"/>
                          <a:ext cx="68" cy="5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585" name="Google Shape;585;p10"/>
                      <p:cNvGrpSpPr/>
                      <p:nvPr/>
                    </p:nvGrpSpPr>
                    <p:grpSpPr>
                      <a:xfrm>
                        <a:off x="750" y="3703"/>
                        <a:ext cx="99" cy="72"/>
                        <a:chOff x="750" y="3703"/>
                        <a:chExt cx="99" cy="72"/>
                      </a:xfrm>
                    </p:grpSpPr>
                    <p:cxnSp>
                      <p:nvCxnSpPr>
                        <p:cNvPr id="586" name="Google Shape;586;p10"/>
                        <p:cNvCxnSpPr/>
                        <p:nvPr/>
                      </p:nvCxnSpPr>
                      <p:spPr>
                        <a:xfrm flipH="1" rot="10800000">
                          <a:off x="750" y="3759"/>
                          <a:ext cx="32" cy="1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587" name="Google Shape;587;p10"/>
                        <p:cNvCxnSpPr/>
                        <p:nvPr/>
                      </p:nvCxnSpPr>
                      <p:spPr>
                        <a:xfrm flipH="1" rot="10800000">
                          <a:off x="782" y="3703"/>
                          <a:ext cx="67" cy="5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588" name="Google Shape;588;p10"/>
                      <p:cNvGrpSpPr/>
                      <p:nvPr/>
                    </p:nvGrpSpPr>
                    <p:grpSpPr>
                      <a:xfrm>
                        <a:off x="786" y="3708"/>
                        <a:ext cx="100" cy="73"/>
                        <a:chOff x="786" y="3708"/>
                        <a:chExt cx="100" cy="73"/>
                      </a:xfrm>
                    </p:grpSpPr>
                    <p:cxnSp>
                      <p:nvCxnSpPr>
                        <p:cNvPr id="589" name="Google Shape;589;p10"/>
                        <p:cNvCxnSpPr/>
                        <p:nvPr/>
                      </p:nvCxnSpPr>
                      <p:spPr>
                        <a:xfrm flipH="1" rot="10800000">
                          <a:off x="786" y="3764"/>
                          <a:ext cx="33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590" name="Google Shape;590;p10"/>
                        <p:cNvCxnSpPr/>
                        <p:nvPr/>
                      </p:nvCxnSpPr>
                      <p:spPr>
                        <a:xfrm flipH="1" rot="10800000">
                          <a:off x="819" y="3708"/>
                          <a:ext cx="67" cy="5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591" name="Google Shape;591;p10"/>
                      <p:cNvGrpSpPr/>
                      <p:nvPr/>
                    </p:nvGrpSpPr>
                    <p:grpSpPr>
                      <a:xfrm>
                        <a:off x="826" y="3711"/>
                        <a:ext cx="99" cy="72"/>
                        <a:chOff x="826" y="3711"/>
                        <a:chExt cx="99" cy="72"/>
                      </a:xfrm>
                    </p:grpSpPr>
                    <p:cxnSp>
                      <p:nvCxnSpPr>
                        <p:cNvPr id="592" name="Google Shape;592;p10"/>
                        <p:cNvCxnSpPr/>
                        <p:nvPr/>
                      </p:nvCxnSpPr>
                      <p:spPr>
                        <a:xfrm flipH="1" rot="10800000">
                          <a:off x="826" y="3766"/>
                          <a:ext cx="33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593" name="Google Shape;593;p10"/>
                        <p:cNvCxnSpPr/>
                        <p:nvPr/>
                      </p:nvCxnSpPr>
                      <p:spPr>
                        <a:xfrm flipH="1" rot="10800000">
                          <a:off x="859" y="3711"/>
                          <a:ext cx="66" cy="5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594" name="Google Shape;594;p10"/>
                      <p:cNvGrpSpPr/>
                      <p:nvPr/>
                    </p:nvGrpSpPr>
                    <p:grpSpPr>
                      <a:xfrm>
                        <a:off x="864" y="3714"/>
                        <a:ext cx="99" cy="72"/>
                        <a:chOff x="864" y="3714"/>
                        <a:chExt cx="99" cy="72"/>
                      </a:xfrm>
                    </p:grpSpPr>
                    <p:cxnSp>
                      <p:nvCxnSpPr>
                        <p:cNvPr id="595" name="Google Shape;595;p10"/>
                        <p:cNvCxnSpPr/>
                        <p:nvPr/>
                      </p:nvCxnSpPr>
                      <p:spPr>
                        <a:xfrm flipH="1" rot="10800000">
                          <a:off x="864" y="3769"/>
                          <a:ext cx="32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596" name="Google Shape;596;p10"/>
                        <p:cNvCxnSpPr/>
                        <p:nvPr/>
                      </p:nvCxnSpPr>
                      <p:spPr>
                        <a:xfrm flipH="1" rot="10800000">
                          <a:off x="896" y="3714"/>
                          <a:ext cx="67" cy="5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597" name="Google Shape;597;p10"/>
                      <p:cNvGrpSpPr/>
                      <p:nvPr/>
                    </p:nvGrpSpPr>
                    <p:grpSpPr>
                      <a:xfrm>
                        <a:off x="901" y="3717"/>
                        <a:ext cx="99" cy="73"/>
                        <a:chOff x="901" y="3717"/>
                        <a:chExt cx="99" cy="73"/>
                      </a:xfrm>
                    </p:grpSpPr>
                    <p:cxnSp>
                      <p:nvCxnSpPr>
                        <p:cNvPr id="598" name="Google Shape;598;p10"/>
                        <p:cNvCxnSpPr/>
                        <p:nvPr/>
                      </p:nvCxnSpPr>
                      <p:spPr>
                        <a:xfrm flipH="1" rot="10800000">
                          <a:off x="901" y="3773"/>
                          <a:ext cx="32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599" name="Google Shape;599;p10"/>
                        <p:cNvCxnSpPr/>
                        <p:nvPr/>
                      </p:nvCxnSpPr>
                      <p:spPr>
                        <a:xfrm flipH="1" rot="10800000">
                          <a:off x="933" y="3717"/>
                          <a:ext cx="67" cy="5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600" name="Google Shape;600;p10"/>
                      <p:cNvGrpSpPr/>
                      <p:nvPr/>
                    </p:nvGrpSpPr>
                    <p:grpSpPr>
                      <a:xfrm>
                        <a:off x="936" y="3723"/>
                        <a:ext cx="99" cy="72"/>
                        <a:chOff x="936" y="3723"/>
                        <a:chExt cx="99" cy="72"/>
                      </a:xfrm>
                    </p:grpSpPr>
                    <p:cxnSp>
                      <p:nvCxnSpPr>
                        <p:cNvPr id="601" name="Google Shape;601;p10"/>
                        <p:cNvCxnSpPr/>
                        <p:nvPr/>
                      </p:nvCxnSpPr>
                      <p:spPr>
                        <a:xfrm flipH="1" rot="10800000">
                          <a:off x="936" y="3778"/>
                          <a:ext cx="32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602" name="Google Shape;602;p10"/>
                        <p:cNvCxnSpPr/>
                        <p:nvPr/>
                      </p:nvCxnSpPr>
                      <p:spPr>
                        <a:xfrm flipH="1" rot="10800000">
                          <a:off x="968" y="3723"/>
                          <a:ext cx="67" cy="5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603" name="Google Shape;603;p10"/>
                      <p:cNvGrpSpPr/>
                      <p:nvPr/>
                    </p:nvGrpSpPr>
                    <p:grpSpPr>
                      <a:xfrm>
                        <a:off x="973" y="3728"/>
                        <a:ext cx="99" cy="72"/>
                        <a:chOff x="973" y="3728"/>
                        <a:chExt cx="99" cy="72"/>
                      </a:xfrm>
                    </p:grpSpPr>
                    <p:cxnSp>
                      <p:nvCxnSpPr>
                        <p:cNvPr id="604" name="Google Shape;604;p10"/>
                        <p:cNvCxnSpPr/>
                        <p:nvPr/>
                      </p:nvCxnSpPr>
                      <p:spPr>
                        <a:xfrm flipH="1" rot="10800000">
                          <a:off x="973" y="3783"/>
                          <a:ext cx="32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605" name="Google Shape;605;p10"/>
                        <p:cNvCxnSpPr/>
                        <p:nvPr/>
                      </p:nvCxnSpPr>
                      <p:spPr>
                        <a:xfrm flipH="1" rot="10800000">
                          <a:off x="1005" y="3728"/>
                          <a:ext cx="67" cy="5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606" name="Google Shape;606;p10"/>
                      <p:cNvGrpSpPr/>
                      <p:nvPr/>
                    </p:nvGrpSpPr>
                    <p:grpSpPr>
                      <a:xfrm>
                        <a:off x="1010" y="3730"/>
                        <a:ext cx="100" cy="73"/>
                        <a:chOff x="1010" y="3730"/>
                        <a:chExt cx="100" cy="73"/>
                      </a:xfrm>
                    </p:grpSpPr>
                    <p:cxnSp>
                      <p:nvCxnSpPr>
                        <p:cNvPr id="607" name="Google Shape;607;p10"/>
                        <p:cNvCxnSpPr/>
                        <p:nvPr/>
                      </p:nvCxnSpPr>
                      <p:spPr>
                        <a:xfrm flipH="1" rot="10800000">
                          <a:off x="1010" y="3786"/>
                          <a:ext cx="33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608" name="Google Shape;608;p10"/>
                        <p:cNvCxnSpPr/>
                        <p:nvPr/>
                      </p:nvCxnSpPr>
                      <p:spPr>
                        <a:xfrm flipH="1" rot="10800000">
                          <a:off x="1043" y="3730"/>
                          <a:ext cx="67" cy="5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609" name="Google Shape;609;p10"/>
                      <p:cNvGrpSpPr/>
                      <p:nvPr/>
                    </p:nvGrpSpPr>
                    <p:grpSpPr>
                      <a:xfrm>
                        <a:off x="1047" y="3733"/>
                        <a:ext cx="99" cy="72"/>
                        <a:chOff x="1047" y="3733"/>
                        <a:chExt cx="99" cy="72"/>
                      </a:xfrm>
                    </p:grpSpPr>
                    <p:cxnSp>
                      <p:nvCxnSpPr>
                        <p:cNvPr id="610" name="Google Shape;610;p10"/>
                        <p:cNvCxnSpPr/>
                        <p:nvPr/>
                      </p:nvCxnSpPr>
                      <p:spPr>
                        <a:xfrm flipH="1" rot="10800000">
                          <a:off x="1047" y="3788"/>
                          <a:ext cx="32" cy="17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611" name="Google Shape;611;p10"/>
                        <p:cNvCxnSpPr/>
                        <p:nvPr/>
                      </p:nvCxnSpPr>
                      <p:spPr>
                        <a:xfrm flipH="1" rot="10800000">
                          <a:off x="1079" y="3733"/>
                          <a:ext cx="67" cy="55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</p:grpSp>
                <p:grpSp>
                  <p:nvGrpSpPr>
                    <p:cNvPr id="612" name="Google Shape;612;p10"/>
                    <p:cNvGrpSpPr/>
                    <p:nvPr/>
                  </p:nvGrpSpPr>
                  <p:grpSpPr>
                    <a:xfrm>
                      <a:off x="1162" y="3745"/>
                      <a:ext cx="143" cy="83"/>
                      <a:chOff x="1162" y="3745"/>
                      <a:chExt cx="143" cy="83"/>
                    </a:xfrm>
                  </p:grpSpPr>
                  <p:grpSp>
                    <p:nvGrpSpPr>
                      <p:cNvPr id="613" name="Google Shape;613;p10"/>
                      <p:cNvGrpSpPr/>
                      <p:nvPr/>
                    </p:nvGrpSpPr>
                    <p:grpSpPr>
                      <a:xfrm>
                        <a:off x="1222" y="3750"/>
                        <a:ext cx="83" cy="78"/>
                        <a:chOff x="1222" y="3750"/>
                        <a:chExt cx="83" cy="78"/>
                      </a:xfrm>
                    </p:grpSpPr>
                    <p:cxnSp>
                      <p:nvCxnSpPr>
                        <p:cNvPr id="614" name="Google Shape;614;p10"/>
                        <p:cNvCxnSpPr/>
                        <p:nvPr/>
                      </p:nvCxnSpPr>
                      <p:spPr>
                        <a:xfrm flipH="1" rot="10800000">
                          <a:off x="1222" y="3808"/>
                          <a:ext cx="28" cy="20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615" name="Google Shape;615;p10"/>
                        <p:cNvCxnSpPr/>
                        <p:nvPr/>
                      </p:nvCxnSpPr>
                      <p:spPr>
                        <a:xfrm flipH="1" rot="10800000">
                          <a:off x="1250" y="3750"/>
                          <a:ext cx="55" cy="58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616" name="Google Shape;616;p10"/>
                      <p:cNvGrpSpPr/>
                      <p:nvPr/>
                    </p:nvGrpSpPr>
                    <p:grpSpPr>
                      <a:xfrm>
                        <a:off x="1192" y="3746"/>
                        <a:ext cx="85" cy="80"/>
                        <a:chOff x="1192" y="3746"/>
                        <a:chExt cx="85" cy="80"/>
                      </a:xfrm>
                    </p:grpSpPr>
                    <p:cxnSp>
                      <p:nvCxnSpPr>
                        <p:cNvPr id="617" name="Google Shape;617;p10"/>
                        <p:cNvCxnSpPr/>
                        <p:nvPr/>
                      </p:nvCxnSpPr>
                      <p:spPr>
                        <a:xfrm flipH="1" rot="10800000">
                          <a:off x="1192" y="3805"/>
                          <a:ext cx="28" cy="21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618" name="Google Shape;618;p10"/>
                        <p:cNvCxnSpPr/>
                        <p:nvPr/>
                      </p:nvCxnSpPr>
                      <p:spPr>
                        <a:xfrm flipH="1" rot="10800000">
                          <a:off x="1220" y="3746"/>
                          <a:ext cx="57" cy="59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  <p:grpSp>
                    <p:nvGrpSpPr>
                      <p:cNvPr id="619" name="Google Shape;619;p10"/>
                      <p:cNvGrpSpPr/>
                      <p:nvPr/>
                    </p:nvGrpSpPr>
                    <p:grpSpPr>
                      <a:xfrm>
                        <a:off x="1162" y="3745"/>
                        <a:ext cx="83" cy="77"/>
                        <a:chOff x="1162" y="3745"/>
                        <a:chExt cx="83" cy="77"/>
                      </a:xfrm>
                    </p:grpSpPr>
                    <p:cxnSp>
                      <p:nvCxnSpPr>
                        <p:cNvPr id="620" name="Google Shape;620;p10"/>
                        <p:cNvCxnSpPr/>
                        <p:nvPr/>
                      </p:nvCxnSpPr>
                      <p:spPr>
                        <a:xfrm flipH="1" rot="10800000">
                          <a:off x="1162" y="3801"/>
                          <a:ext cx="29" cy="21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  <p:cxnSp>
                      <p:nvCxnSpPr>
                        <p:cNvPr id="621" name="Google Shape;621;p10"/>
                        <p:cNvCxnSpPr/>
                        <p:nvPr/>
                      </p:nvCxnSpPr>
                      <p:spPr>
                        <a:xfrm flipH="1" rot="10800000">
                          <a:off x="1191" y="3745"/>
                          <a:ext cx="54" cy="56"/>
                        </a:xfrm>
                        <a:prstGeom prst="straightConnector1">
                          <a:avLst/>
                        </a:prstGeom>
                        <a:noFill/>
                        <a:ln cap="flat" cmpd="sng" w="12700">
                          <a:solidFill>
                            <a:srgbClr val="DFDFDF"/>
                          </a:solidFill>
                          <a:prstDash val="solid"/>
                          <a:miter lim="800000"/>
                          <a:headEnd len="med" w="med" type="none"/>
                          <a:tailEnd len="med" w="med" type="none"/>
                        </a:ln>
                      </p:spPr>
                    </p:cxnSp>
                  </p:grpSp>
                </p:grpSp>
                <p:cxnSp>
                  <p:nvCxnSpPr>
                    <p:cNvPr id="622" name="Google Shape;622;p10"/>
                    <p:cNvCxnSpPr/>
                    <p:nvPr/>
                  </p:nvCxnSpPr>
                  <p:spPr>
                    <a:xfrm>
                      <a:off x="706" y="3719"/>
                      <a:ext cx="604" cy="58"/>
                    </a:xfrm>
                    <a:prstGeom prst="straightConnector1">
                      <a:avLst/>
                    </a:prstGeom>
                    <a:noFill/>
                    <a:ln cap="flat" cmpd="sng" w="12700">
                      <a:solidFill>
                        <a:srgbClr val="DFDFDF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23" name="Google Shape;623;p10"/>
                    <p:cNvCxnSpPr/>
                    <p:nvPr/>
                  </p:nvCxnSpPr>
                  <p:spPr>
                    <a:xfrm>
                      <a:off x="684" y="3734"/>
                      <a:ext cx="616" cy="60"/>
                    </a:xfrm>
                    <a:prstGeom prst="straightConnector1">
                      <a:avLst/>
                    </a:prstGeom>
                    <a:noFill/>
                    <a:ln cap="flat" cmpd="sng" w="12700">
                      <a:solidFill>
                        <a:srgbClr val="DFDFDF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  <p:cxnSp>
                  <p:nvCxnSpPr>
                    <p:cNvPr id="624" name="Google Shape;624;p10"/>
                    <p:cNvCxnSpPr/>
                    <p:nvPr/>
                  </p:nvCxnSpPr>
                  <p:spPr>
                    <a:xfrm>
                      <a:off x="661" y="3750"/>
                      <a:ext cx="622" cy="64"/>
                    </a:xfrm>
                    <a:prstGeom prst="straightConnector1">
                      <a:avLst/>
                    </a:prstGeom>
                    <a:noFill/>
                    <a:ln cap="flat" cmpd="sng" w="12700">
                      <a:solidFill>
                        <a:srgbClr val="DFDFDF"/>
                      </a:solidFill>
                      <a:prstDash val="solid"/>
                      <a:miter lim="800000"/>
                      <a:headEnd len="med" w="med" type="none"/>
                      <a:tailEnd len="med" w="med" type="none"/>
                    </a:ln>
                  </p:spPr>
                </p:cxnSp>
              </p:grpSp>
            </p:grpSp>
            <p:grpSp>
              <p:nvGrpSpPr>
                <p:cNvPr id="625" name="Google Shape;625;p10"/>
                <p:cNvGrpSpPr/>
                <p:nvPr/>
              </p:nvGrpSpPr>
              <p:grpSpPr>
                <a:xfrm>
                  <a:off x="1291" y="3762"/>
                  <a:ext cx="89" cy="91"/>
                  <a:chOff x="1291" y="3762"/>
                  <a:chExt cx="89" cy="91"/>
                </a:xfrm>
              </p:grpSpPr>
              <p:cxnSp>
                <p:nvCxnSpPr>
                  <p:cNvPr id="626" name="Google Shape;626;p10"/>
                  <p:cNvCxnSpPr/>
                  <p:nvPr/>
                </p:nvCxnSpPr>
                <p:spPr>
                  <a:xfrm flipH="1" rot="10800000">
                    <a:off x="1291" y="3814"/>
                    <a:ext cx="47" cy="39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27" name="Google Shape;627;p10"/>
                  <p:cNvCxnSpPr/>
                  <p:nvPr/>
                </p:nvCxnSpPr>
                <p:spPr>
                  <a:xfrm flipH="1" rot="10800000">
                    <a:off x="1338" y="3762"/>
                    <a:ext cx="42" cy="52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3F3F3F"/>
                    </a:solidFill>
                    <a:prstDash val="solid"/>
                    <a:miter lim="800000"/>
                    <a:headEnd len="med" w="med" type="none"/>
                    <a:tailEnd len="med" w="med" type="none"/>
                  </a:ln>
                </p:spPr>
              </p:cxnSp>
            </p:grpSp>
          </p:grpSp>
        </p:grpSp>
      </p:grpSp>
      <p:graphicFrame>
        <p:nvGraphicFramePr>
          <p:cNvPr id="628" name="Google Shape;628;p10"/>
          <p:cNvGraphicFramePr/>
          <p:nvPr/>
        </p:nvGraphicFramePr>
        <p:xfrm>
          <a:off x="6934200" y="4779962"/>
          <a:ext cx="1498600" cy="1339850"/>
        </p:xfrm>
        <a:graphic>
          <a:graphicData uri="http://schemas.openxmlformats.org/presentationml/2006/ole">
            <mc:AlternateContent>
              <mc:Choice Requires="v">
                <p:oleObj r:id="rId7" imgH="1339850" imgW="1498600" progId="MS_ClipArt_Gallery" spid="_x0000_s2">
                  <p:embed/>
                </p:oleObj>
              </mc:Choice>
              <mc:Fallback>
                <p:oleObj r:id="rId8" imgH="1339850" imgW="1498600" progId="MS_ClipArt_Gallery">
                  <p:embed/>
                  <p:pic>
                    <p:nvPicPr>
                      <p:cNvPr id="628" name="Google Shape;628;p10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934200" y="4779962"/>
                        <a:ext cx="1498600" cy="1339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29" name="Google Shape;629;p10"/>
          <p:cNvCxnSpPr/>
          <p:nvPr/>
        </p:nvCxnSpPr>
        <p:spPr>
          <a:xfrm flipH="1" rot="10800000">
            <a:off x="1371600" y="2438400"/>
            <a:ext cx="381000" cy="2438400"/>
          </a:xfrm>
          <a:prstGeom prst="straightConnector1">
            <a:avLst/>
          </a:prstGeom>
          <a:noFill/>
          <a:ln cap="flat" cmpd="sng" w="127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0" name="Google Shape;630;p10"/>
          <p:cNvCxnSpPr/>
          <p:nvPr/>
        </p:nvCxnSpPr>
        <p:spPr>
          <a:xfrm flipH="1">
            <a:off x="2209800" y="3657600"/>
            <a:ext cx="533400" cy="1219200"/>
          </a:xfrm>
          <a:prstGeom prst="straightConnector1">
            <a:avLst/>
          </a:prstGeom>
          <a:noFill/>
          <a:ln cap="flat" cmpd="sng" w="127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1" name="Google Shape;631;p10"/>
          <p:cNvCxnSpPr/>
          <p:nvPr/>
        </p:nvCxnSpPr>
        <p:spPr>
          <a:xfrm>
            <a:off x="2743200" y="3657600"/>
            <a:ext cx="381000" cy="1524000"/>
          </a:xfrm>
          <a:prstGeom prst="straightConnector1">
            <a:avLst/>
          </a:prstGeom>
          <a:noFill/>
          <a:ln cap="flat" cmpd="sng" w="127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2" name="Google Shape;632;p10"/>
          <p:cNvCxnSpPr/>
          <p:nvPr/>
        </p:nvCxnSpPr>
        <p:spPr>
          <a:xfrm flipH="1" rot="10800000">
            <a:off x="3886200" y="3810000"/>
            <a:ext cx="609600" cy="1371600"/>
          </a:xfrm>
          <a:prstGeom prst="straightConnector1">
            <a:avLst/>
          </a:prstGeom>
          <a:noFill/>
          <a:ln cap="flat" cmpd="sng" w="127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3" name="Google Shape;633;p10"/>
          <p:cNvCxnSpPr/>
          <p:nvPr/>
        </p:nvCxnSpPr>
        <p:spPr>
          <a:xfrm>
            <a:off x="4495800" y="3810000"/>
            <a:ext cx="762000" cy="1295400"/>
          </a:xfrm>
          <a:prstGeom prst="straightConnector1">
            <a:avLst/>
          </a:prstGeom>
          <a:noFill/>
          <a:ln cap="flat" cmpd="sng" w="127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4" name="Google Shape;634;p10"/>
          <p:cNvCxnSpPr/>
          <p:nvPr/>
        </p:nvCxnSpPr>
        <p:spPr>
          <a:xfrm flipH="1" rot="10800000">
            <a:off x="6096000" y="3733800"/>
            <a:ext cx="457200" cy="1371600"/>
          </a:xfrm>
          <a:prstGeom prst="straightConnector1">
            <a:avLst/>
          </a:prstGeom>
          <a:noFill/>
          <a:ln cap="flat" cmpd="sng" w="127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5" name="Google Shape;635;p10"/>
          <p:cNvCxnSpPr/>
          <p:nvPr/>
        </p:nvCxnSpPr>
        <p:spPr>
          <a:xfrm>
            <a:off x="6477000" y="3810000"/>
            <a:ext cx="685800" cy="1219200"/>
          </a:xfrm>
          <a:prstGeom prst="straightConnector1">
            <a:avLst/>
          </a:prstGeom>
          <a:noFill/>
          <a:ln cap="flat" cmpd="sng" w="127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636" name="Google Shape;636;p10"/>
          <p:cNvCxnSpPr/>
          <p:nvPr/>
        </p:nvCxnSpPr>
        <p:spPr>
          <a:xfrm>
            <a:off x="7543800" y="2438400"/>
            <a:ext cx="609600" cy="2438400"/>
          </a:xfrm>
          <a:prstGeom prst="straightConnector1">
            <a:avLst/>
          </a:prstGeom>
          <a:noFill/>
          <a:ln cap="flat" cmpd="sng" w="12700">
            <a:solidFill>
              <a:schemeClr val="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37" name="Google Shape;637;p10"/>
          <p:cNvSpPr txBox="1"/>
          <p:nvPr/>
        </p:nvSpPr>
        <p:spPr>
          <a:xfrm>
            <a:off x="2574925" y="3856037"/>
            <a:ext cx="43053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Times New Roman"/>
              <a:buNone/>
            </a:pPr>
            <a:r>
              <a:rPr b="1" i="0" lang="en-US" sz="32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INTERPRETER</a:t>
            </a:r>
            <a:endParaRPr/>
          </a:p>
        </p:txBody>
      </p:sp>
      <p:sp>
        <p:nvSpPr>
          <p:cNvPr id="638" name="Google Shape;638;p10"/>
          <p:cNvSpPr txBox="1"/>
          <p:nvPr/>
        </p:nvSpPr>
        <p:spPr>
          <a:xfrm>
            <a:off x="746125" y="6308725"/>
            <a:ext cx="1730375" cy="454025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Windows 95</a:t>
            </a:r>
            <a:endParaRPr/>
          </a:p>
        </p:txBody>
      </p:sp>
      <p:sp>
        <p:nvSpPr>
          <p:cNvPr id="639" name="Google Shape;639;p10"/>
          <p:cNvSpPr txBox="1"/>
          <p:nvPr/>
        </p:nvSpPr>
        <p:spPr>
          <a:xfrm>
            <a:off x="3032125" y="6308725"/>
            <a:ext cx="1466850" cy="454025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Macintosh</a:t>
            </a:r>
            <a:endParaRPr/>
          </a:p>
        </p:txBody>
      </p:sp>
      <p:sp>
        <p:nvSpPr>
          <p:cNvPr id="640" name="Google Shape;640;p10"/>
          <p:cNvSpPr txBox="1"/>
          <p:nvPr/>
        </p:nvSpPr>
        <p:spPr>
          <a:xfrm>
            <a:off x="5165725" y="6308725"/>
            <a:ext cx="1027112" cy="454025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Solaris</a:t>
            </a:r>
            <a:endParaRPr/>
          </a:p>
        </p:txBody>
      </p:sp>
      <p:sp>
        <p:nvSpPr>
          <p:cNvPr id="641" name="Google Shape;641;p10"/>
          <p:cNvSpPr txBox="1"/>
          <p:nvPr/>
        </p:nvSpPr>
        <p:spPr>
          <a:xfrm>
            <a:off x="6842125" y="6308725"/>
            <a:ext cx="1831975" cy="454025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Windows NT</a:t>
            </a:r>
            <a:endParaRPr/>
          </a:p>
        </p:txBody>
      </p:sp>
      <p:sp>
        <p:nvSpPr>
          <p:cNvPr id="642" name="Google Shape;642;p10"/>
          <p:cNvSpPr txBox="1"/>
          <p:nvPr/>
        </p:nvSpPr>
        <p:spPr>
          <a:xfrm>
            <a:off x="4098925" y="2109787"/>
            <a:ext cx="1314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(translator)</a:t>
            </a:r>
            <a:endParaRPr/>
          </a:p>
        </p:txBody>
      </p:sp>
      <p:sp>
        <p:nvSpPr>
          <p:cNvPr id="643" name="Google Shape;643;p10"/>
          <p:cNvSpPr txBox="1"/>
          <p:nvPr/>
        </p:nvSpPr>
        <p:spPr>
          <a:xfrm>
            <a:off x="3641725" y="3405187"/>
            <a:ext cx="2489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FAFD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(same for all platforms)</a:t>
            </a:r>
            <a:endParaRPr/>
          </a:p>
        </p:txBody>
      </p:sp>
      <p:sp>
        <p:nvSpPr>
          <p:cNvPr id="644" name="Google Shape;644;p10"/>
          <p:cNvSpPr txBox="1"/>
          <p:nvPr/>
        </p:nvSpPr>
        <p:spPr>
          <a:xfrm>
            <a:off x="3108325" y="4297362"/>
            <a:ext cx="34845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None/>
            </a:pPr>
            <a:r>
              <a:rPr b="1" i="0" lang="en-US" sz="20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(one for each different system)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1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Cont…</a:t>
            </a:r>
            <a:endParaRPr/>
          </a:p>
        </p:txBody>
      </p:sp>
      <p:sp>
        <p:nvSpPr>
          <p:cNvPr id="650" name="Google Shape;650;p11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Compiled and Interpreted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java compiler generate byte-codes, not native machine code</a:t>
            </a:r>
            <a:endParaRPr/>
          </a:p>
          <a:p>
            <a:pPr indent="-21590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compiled byte-codes are platform-independent</a:t>
            </a:r>
            <a:endParaRPr/>
          </a:p>
          <a:p>
            <a:pPr indent="-21590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java bytecodes are translated on the fly to machine readable instructions in runtime (Java Virtual Machine)</a:t>
            </a:r>
            <a:endParaRPr/>
          </a:p>
          <a:p>
            <a:pPr indent="-266700" lvl="0" marL="34290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2"/>
          <p:cNvSpPr txBox="1"/>
          <p:nvPr>
            <p:ph type="title"/>
          </p:nvPr>
        </p:nvSpPr>
        <p:spPr>
          <a:xfrm>
            <a:off x="1905000" y="-381000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Cont…</a:t>
            </a:r>
            <a:endParaRPr/>
          </a:p>
        </p:txBody>
      </p:sp>
      <p:sp>
        <p:nvSpPr>
          <p:cNvPr id="656" name="Google Shape;656;p12"/>
          <p:cNvSpPr txBox="1"/>
          <p:nvPr/>
        </p:nvSpPr>
        <p:spPr>
          <a:xfrm>
            <a:off x="228600" y="3429000"/>
            <a:ext cx="1600200" cy="106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Text Editor</a:t>
            </a:r>
            <a:endParaRPr/>
          </a:p>
        </p:txBody>
      </p:sp>
      <p:sp>
        <p:nvSpPr>
          <p:cNvPr id="657" name="Google Shape;657;p12"/>
          <p:cNvSpPr txBox="1"/>
          <p:nvPr/>
        </p:nvSpPr>
        <p:spPr>
          <a:xfrm>
            <a:off x="3581400" y="3429000"/>
            <a:ext cx="1600200" cy="106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Compiler</a:t>
            </a:r>
            <a:endParaRPr/>
          </a:p>
        </p:txBody>
      </p:sp>
      <p:sp>
        <p:nvSpPr>
          <p:cNvPr id="658" name="Google Shape;658;p12"/>
          <p:cNvSpPr txBox="1"/>
          <p:nvPr/>
        </p:nvSpPr>
        <p:spPr>
          <a:xfrm>
            <a:off x="6934200" y="3429000"/>
            <a:ext cx="1600200" cy="106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Interpreter</a:t>
            </a:r>
            <a:endParaRPr/>
          </a:p>
        </p:txBody>
      </p:sp>
      <p:sp>
        <p:nvSpPr>
          <p:cNvPr id="659" name="Google Shape;659;p12"/>
          <p:cNvSpPr/>
          <p:nvPr/>
        </p:nvSpPr>
        <p:spPr>
          <a:xfrm>
            <a:off x="1828800" y="3810000"/>
            <a:ext cx="17526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0" name="Google Shape;660;p12"/>
          <p:cNvSpPr/>
          <p:nvPr/>
        </p:nvSpPr>
        <p:spPr>
          <a:xfrm>
            <a:off x="5181600" y="3810000"/>
            <a:ext cx="17526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1" name="Google Shape;661;p12"/>
          <p:cNvSpPr txBox="1"/>
          <p:nvPr/>
        </p:nvSpPr>
        <p:spPr>
          <a:xfrm>
            <a:off x="228600" y="1524000"/>
            <a:ext cx="1905000" cy="1143000"/>
          </a:xfrm>
          <a:prstGeom prst="rect">
            <a:avLst/>
          </a:prstGeom>
          <a:solidFill>
            <a:srgbClr val="FAFD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Programmer</a:t>
            </a:r>
            <a:endParaRPr/>
          </a:p>
        </p:txBody>
      </p:sp>
      <p:cxnSp>
        <p:nvCxnSpPr>
          <p:cNvPr id="662" name="Google Shape;662;p12"/>
          <p:cNvCxnSpPr/>
          <p:nvPr/>
        </p:nvCxnSpPr>
        <p:spPr>
          <a:xfrm>
            <a:off x="838200" y="2667000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63" name="Google Shape;663;p12"/>
          <p:cNvCxnSpPr/>
          <p:nvPr/>
        </p:nvCxnSpPr>
        <p:spPr>
          <a:xfrm rot="10800000">
            <a:off x="1371600" y="2667000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64" name="Google Shape;664;p12"/>
          <p:cNvSpPr txBox="1"/>
          <p:nvPr/>
        </p:nvSpPr>
        <p:spPr>
          <a:xfrm>
            <a:off x="1720850" y="3048000"/>
            <a:ext cx="2089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1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Source Code</a:t>
            </a:r>
            <a:endParaRPr/>
          </a:p>
        </p:txBody>
      </p:sp>
      <p:sp>
        <p:nvSpPr>
          <p:cNvPr id="665" name="Google Shape;665;p12"/>
          <p:cNvSpPr txBox="1"/>
          <p:nvPr/>
        </p:nvSpPr>
        <p:spPr>
          <a:xfrm>
            <a:off x="1943100" y="4168775"/>
            <a:ext cx="1327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.java file</a:t>
            </a:r>
            <a:endParaRPr/>
          </a:p>
        </p:txBody>
      </p:sp>
      <p:sp>
        <p:nvSpPr>
          <p:cNvPr id="666" name="Google Shape;666;p12"/>
          <p:cNvSpPr txBox="1"/>
          <p:nvPr/>
        </p:nvSpPr>
        <p:spPr>
          <a:xfrm>
            <a:off x="5181600" y="3124200"/>
            <a:ext cx="175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1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Byte Code</a:t>
            </a:r>
            <a:endParaRPr/>
          </a:p>
        </p:txBody>
      </p:sp>
      <p:sp>
        <p:nvSpPr>
          <p:cNvPr id="667" name="Google Shape;667;p12"/>
          <p:cNvSpPr txBox="1"/>
          <p:nvPr/>
        </p:nvSpPr>
        <p:spPr>
          <a:xfrm>
            <a:off x="5257800" y="4191000"/>
            <a:ext cx="1457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r>
              <a:rPr b="0" i="0" lang="en-US" sz="2400" u="non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class file</a:t>
            </a:r>
            <a:endParaRPr/>
          </a:p>
        </p:txBody>
      </p:sp>
      <p:sp>
        <p:nvSpPr>
          <p:cNvPr id="668" name="Google Shape;668;p12"/>
          <p:cNvSpPr txBox="1"/>
          <p:nvPr/>
        </p:nvSpPr>
        <p:spPr>
          <a:xfrm>
            <a:off x="6248400" y="1524000"/>
            <a:ext cx="2590800" cy="1143000"/>
          </a:xfrm>
          <a:prstGeom prst="rect">
            <a:avLst/>
          </a:prstGeom>
          <a:solidFill>
            <a:srgbClr val="FAFD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Hardware and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Operating System</a:t>
            </a:r>
            <a:endParaRPr/>
          </a:p>
        </p:txBody>
      </p:sp>
      <p:cxnSp>
        <p:nvCxnSpPr>
          <p:cNvPr id="669" name="Google Shape;669;p12"/>
          <p:cNvCxnSpPr/>
          <p:nvPr/>
        </p:nvCxnSpPr>
        <p:spPr>
          <a:xfrm>
            <a:off x="7391400" y="2667000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0" name="Google Shape;670;p12"/>
          <p:cNvCxnSpPr/>
          <p:nvPr/>
        </p:nvCxnSpPr>
        <p:spPr>
          <a:xfrm rot="10800000">
            <a:off x="7848600" y="2667000"/>
            <a:ext cx="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71" name="Google Shape;671;p12"/>
          <p:cNvSpPr txBox="1"/>
          <p:nvPr/>
        </p:nvSpPr>
        <p:spPr>
          <a:xfrm>
            <a:off x="304800" y="4800600"/>
            <a:ext cx="1844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0069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B50069"/>
                </a:solidFill>
                <a:latin typeface="Tahoma"/>
                <a:ea typeface="Tahoma"/>
                <a:cs typeface="Tahoma"/>
                <a:sym typeface="Tahoma"/>
              </a:rPr>
              <a:t>Notepad,</a:t>
            </a:r>
            <a:r>
              <a:rPr b="0" i="0" lang="en-US" sz="1600" u="none">
                <a:solidFill>
                  <a:srgbClr val="B50069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400" u="none">
                <a:solidFill>
                  <a:srgbClr val="B50069"/>
                </a:solidFill>
                <a:latin typeface="Tahoma"/>
                <a:ea typeface="Tahoma"/>
                <a:cs typeface="Tahoma"/>
                <a:sym typeface="Tahoma"/>
              </a:rPr>
              <a:t> vi</a:t>
            </a:r>
            <a:endParaRPr/>
          </a:p>
        </p:txBody>
      </p:sp>
      <p:sp>
        <p:nvSpPr>
          <p:cNvPr id="672" name="Google Shape;672;p12"/>
          <p:cNvSpPr txBox="1"/>
          <p:nvPr/>
        </p:nvSpPr>
        <p:spPr>
          <a:xfrm>
            <a:off x="3962400" y="4800600"/>
            <a:ext cx="8842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0069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B50069"/>
                </a:solidFill>
                <a:latin typeface="Tahoma"/>
                <a:ea typeface="Tahoma"/>
                <a:cs typeface="Tahoma"/>
                <a:sym typeface="Tahoma"/>
              </a:rPr>
              <a:t>javac</a:t>
            </a:r>
            <a:endParaRPr/>
          </a:p>
        </p:txBody>
      </p:sp>
      <p:sp>
        <p:nvSpPr>
          <p:cNvPr id="673" name="Google Shape;673;p12"/>
          <p:cNvSpPr txBox="1"/>
          <p:nvPr/>
        </p:nvSpPr>
        <p:spPr>
          <a:xfrm>
            <a:off x="7086600" y="4702175"/>
            <a:ext cx="1892300" cy="11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0069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B50069"/>
                </a:solidFill>
                <a:latin typeface="Tahoma"/>
                <a:ea typeface="Tahoma"/>
                <a:cs typeface="Tahoma"/>
                <a:sym typeface="Tahoma"/>
              </a:rPr>
              <a:t>java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0069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B50069"/>
                </a:solidFill>
                <a:latin typeface="Tahoma"/>
                <a:ea typeface="Tahoma"/>
                <a:cs typeface="Tahoma"/>
                <a:sym typeface="Tahoma"/>
              </a:rPr>
              <a:t>appletviewer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0069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rgbClr val="B50069"/>
                </a:solidFill>
                <a:latin typeface="Tahoma"/>
                <a:ea typeface="Tahoma"/>
                <a:cs typeface="Tahoma"/>
                <a:sym typeface="Tahoma"/>
              </a:rPr>
              <a:t>netscape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3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Cont…</a:t>
            </a:r>
            <a:endParaRPr/>
          </a:p>
        </p:txBody>
      </p:sp>
      <p:sp>
        <p:nvSpPr>
          <p:cNvPr id="679" name="Google Shape;679;p13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Robust and Secure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hlink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usage in networked environments requires more security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hlink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Provides many safeguard  to ensure reliable code.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hlink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Strict compile time &amp; run time type checking.</a:t>
            </a:r>
            <a:endParaRPr/>
          </a:p>
          <a:p>
            <a:pPr indent="-212407" lvl="1" marL="74295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hlink"/>
              </a:buClr>
              <a:buSzPts val="1155"/>
              <a:buFont typeface="Noto Sans Symbols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hlink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memory allocation model is a major defense</a:t>
            </a:r>
            <a:endParaRPr/>
          </a:p>
          <a:p>
            <a:pPr indent="-212407" lvl="1" marL="74295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hlink"/>
              </a:buClr>
              <a:buSzPts val="1155"/>
              <a:buFont typeface="Noto Sans Symbols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hlink"/>
              </a:buClr>
              <a:buSzPts val="1155"/>
              <a:buFont typeface="Noto Sans Symbols"/>
              <a:buChar char="■"/>
            </a:pPr>
            <a:r>
              <a:rPr b="0" i="0" lang="en-US" sz="21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access restrictions are forced (private, public)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4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Cont…</a:t>
            </a:r>
            <a:endParaRPr/>
          </a:p>
        </p:txBody>
      </p:sp>
      <p:sp>
        <p:nvSpPr>
          <p:cNvPr id="685" name="Google Shape;685;p14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Distributed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hlink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Designed as distributed lang.  For creating application on network.</a:t>
            </a:r>
            <a:endParaRPr/>
          </a:p>
          <a:p>
            <a:pPr indent="-198437" lvl="1" marL="74295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hlink"/>
              </a:buClr>
              <a:buSzPts val="1375"/>
              <a:buFont typeface="Noto Sans Symbols"/>
              <a:buNone/>
            </a:pPr>
            <a:r>
              <a:t/>
            </a:r>
            <a:endParaRPr b="0" i="0" sz="25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hlink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Java program can access remote access remote objects on internet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0980" lvl="0" marL="342900" rtl="0" algn="l"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0" i="0" sz="32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5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Cont…</a:t>
            </a:r>
            <a:endParaRPr/>
          </a:p>
        </p:txBody>
      </p:sp>
      <p:sp>
        <p:nvSpPr>
          <p:cNvPr id="691" name="Google Shape;691;p15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Multithreaded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Handles multiple task simulteniously</a:t>
            </a:r>
            <a:endParaRPr/>
          </a:p>
          <a:p>
            <a:pPr indent="-21590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Java tools support multiprocess synchronization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6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How Does Java Compares to C++ and Other OO Languages</a:t>
            </a:r>
            <a:endParaRPr/>
          </a:p>
        </p:txBody>
      </p:sp>
      <p:sp>
        <p:nvSpPr>
          <p:cNvPr id="697" name="Google Shape;697;p16"/>
          <p:cNvSpPr/>
          <p:nvPr/>
        </p:nvSpPr>
        <p:spPr>
          <a:xfrm>
            <a:off x="1143000" y="2286000"/>
            <a:ext cx="3505200" cy="3657600"/>
          </a:xfrm>
          <a:prstGeom prst="ellipse">
            <a:avLst/>
          </a:prstGeom>
          <a:solidFill>
            <a:srgbClr val="CC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1981200" y="3124200"/>
            <a:ext cx="1828800" cy="1905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/>
          </a:p>
        </p:txBody>
      </p:sp>
      <p:sp>
        <p:nvSpPr>
          <p:cNvPr id="699" name="Google Shape;699;p16"/>
          <p:cNvSpPr txBox="1"/>
          <p:nvPr/>
        </p:nvSpPr>
        <p:spPr>
          <a:xfrm>
            <a:off x="1905000" y="2971800"/>
            <a:ext cx="6016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0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C++</a:t>
            </a:r>
            <a:endParaRPr/>
          </a:p>
        </p:txBody>
      </p:sp>
      <p:sp>
        <p:nvSpPr>
          <p:cNvPr id="700" name="Google Shape;700;p16"/>
          <p:cNvSpPr/>
          <p:nvPr/>
        </p:nvSpPr>
        <p:spPr>
          <a:xfrm>
            <a:off x="3352800" y="2286000"/>
            <a:ext cx="3276600" cy="3581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1" name="Google Shape;701;p16"/>
          <p:cNvSpPr txBox="1"/>
          <p:nvPr/>
        </p:nvSpPr>
        <p:spPr>
          <a:xfrm>
            <a:off x="5149850" y="3810000"/>
            <a:ext cx="6477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b="1" i="0" lang="en-US" sz="1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Java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7"/>
          <p:cNvSpPr txBox="1"/>
          <p:nvPr>
            <p:ph type="title"/>
          </p:nvPr>
        </p:nvSpPr>
        <p:spPr>
          <a:xfrm>
            <a:off x="1150937" y="214312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Java better than C  ?</a:t>
            </a:r>
            <a:endParaRPr/>
          </a:p>
        </p:txBody>
      </p:sp>
      <p:sp>
        <p:nvSpPr>
          <p:cNvPr id="707" name="Google Shape;707;p17"/>
          <p:cNvSpPr txBox="1"/>
          <p:nvPr>
            <p:ph idx="1" type="body"/>
          </p:nvPr>
        </p:nvSpPr>
        <p:spPr>
          <a:xfrm>
            <a:off x="1182687" y="2017712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 </a:t>
            </a:r>
            <a:r>
              <a:rPr b="1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Preprocessor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 Global Variables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data types </a:t>
            </a:r>
            <a:r>
              <a:rPr b="1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struct, union and enum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Goto ,size of and typedef 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type modifier keywords uto,extern,register,signed and unsigned.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Pointers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Add new operator instanceof and &gt;&gt;&gt;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Add labelled </a:t>
            </a:r>
            <a:r>
              <a:rPr b="1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break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1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continue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0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7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6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3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8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4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3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9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12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2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5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2007-08-19T16:08:33Z</dcterms:created>
  <dc:creator>Rajeshree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